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6"/>
  </p:notesMasterIdLst>
  <p:sldIdLst>
    <p:sldId id="256" r:id="rId2"/>
    <p:sldId id="259" r:id="rId3"/>
    <p:sldId id="312" r:id="rId4"/>
    <p:sldId id="379" r:id="rId5"/>
    <p:sldId id="311" r:id="rId6"/>
    <p:sldId id="380" r:id="rId7"/>
    <p:sldId id="382" r:id="rId8"/>
    <p:sldId id="422" r:id="rId9"/>
    <p:sldId id="460" r:id="rId10"/>
    <p:sldId id="397" r:id="rId11"/>
    <p:sldId id="484" r:id="rId12"/>
    <p:sldId id="428" r:id="rId13"/>
    <p:sldId id="432" r:id="rId14"/>
    <p:sldId id="463" r:id="rId15"/>
    <p:sldId id="434" r:id="rId16"/>
    <p:sldId id="436" r:id="rId17"/>
    <p:sldId id="464" r:id="rId18"/>
    <p:sldId id="465" r:id="rId19"/>
    <p:sldId id="466" r:id="rId20"/>
    <p:sldId id="467" r:id="rId21"/>
    <p:sldId id="438" r:id="rId22"/>
    <p:sldId id="468" r:id="rId23"/>
    <p:sldId id="469" r:id="rId24"/>
    <p:sldId id="473" r:id="rId25"/>
    <p:sldId id="475" r:id="rId26"/>
    <p:sldId id="480" r:id="rId27"/>
    <p:sldId id="481" r:id="rId28"/>
    <p:sldId id="482" r:id="rId29"/>
    <p:sldId id="483" r:id="rId30"/>
    <p:sldId id="442" r:id="rId31"/>
    <p:sldId id="444" r:id="rId32"/>
    <p:sldId id="445" r:id="rId33"/>
    <p:sldId id="446" r:id="rId34"/>
    <p:sldId id="261" r:id="rId35"/>
  </p:sldIdLst>
  <p:sldSz cx="12192000" cy="6858000"/>
  <p:notesSz cx="6858000" cy="9144000"/>
  <p:embeddedFontLst>
    <p:embeddedFont>
      <p:font typeface="Barlow" panose="00000500000000000000" pitchFamily="2" charset="0"/>
      <p:regular r:id="rId37"/>
      <p:bold r:id="rId38"/>
      <p:italic r:id="rId39"/>
      <p:boldItalic r:id="rId40"/>
    </p:embeddedFont>
    <p:embeddedFont>
      <p:font typeface="K2D" panose="020B0604020202020204" charset="-34"/>
      <p:regular r:id="rId41"/>
      <p:bold r:id="rId42"/>
      <p:italic r:id="rId43"/>
      <p:boldItalic r:id="rId44"/>
    </p:embeddedFont>
    <p:embeddedFont>
      <p:font typeface="Readex Pro" panose="020B0604020202020204" charset="-78"/>
      <p:regular r:id="rId45"/>
      <p:bold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9"/>
    <a:srgbClr val="1F5CAA"/>
    <a:srgbClr val="BABABA"/>
    <a:srgbClr val="000000"/>
    <a:srgbClr val="00AFEF"/>
    <a:srgbClr val="D9D9D9"/>
    <a:srgbClr val="F2F2F2"/>
    <a:srgbClr val="CCFFFF"/>
    <a:srgbClr val="FFFFFF"/>
    <a:srgbClr val="27A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D2578-6AAE-4E85-8A98-413D4C51F29F}" v="128" dt="2025-08-15T07:19:27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5196" autoAdjust="0"/>
  </p:normalViewPr>
  <p:slideViewPr>
    <p:cSldViewPr snapToGrid="0">
      <p:cViewPr varScale="1">
        <p:scale>
          <a:sx n="111" d="100"/>
          <a:sy n="111" d="100"/>
        </p:scale>
        <p:origin x="618" y="102"/>
      </p:cViewPr>
      <p:guideLst/>
    </p:cSldViewPr>
  </p:slideViewPr>
  <p:outlineViewPr>
    <p:cViewPr>
      <p:scale>
        <a:sx n="33" d="100"/>
        <a:sy n="33" d="100"/>
      </p:scale>
      <p:origin x="0" y="-5875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h Tuấn" userId="96ad839ae073964c" providerId="Windows Live" clId="Web-{9AC57518-F12E-214C-D5C7-0284CC4A43CB}"/>
    <pc:docChg chg="modSld">
      <pc:chgData name="Anh Tuấn" userId="96ad839ae073964c" providerId="Windows Live" clId="Web-{9AC57518-F12E-214C-D5C7-0284CC4A43CB}" dt="2025-07-22T06:12:12.434" v="1"/>
      <pc:docMkLst>
        <pc:docMk/>
      </pc:docMkLst>
      <pc:sldChg chg="mod modShow">
        <pc:chgData name="Anh Tuấn" userId="96ad839ae073964c" providerId="Windows Live" clId="Web-{9AC57518-F12E-214C-D5C7-0284CC4A43CB}" dt="2025-07-22T06:12:12.434" v="1"/>
        <pc:sldMkLst>
          <pc:docMk/>
          <pc:sldMk cId="520877064" sldId="256"/>
        </pc:sldMkLst>
      </pc:sldChg>
    </pc:docChg>
  </pc:docChgLst>
  <pc:docChgLst>
    <pc:chgData name="LE HAI DANG" userId="8f3275a08373be5f" providerId="LiveId" clId="{2561DF64-B81A-42DA-B400-8854B4FDA888}"/>
    <pc:docChg chg="undo custSel modSld">
      <pc:chgData name="LE HAI DANG" userId="8f3275a08373be5f" providerId="LiveId" clId="{2561DF64-B81A-42DA-B400-8854B4FDA888}" dt="2025-08-23T05:43:24.982" v="177" actId="1076"/>
      <pc:docMkLst>
        <pc:docMk/>
      </pc:docMkLst>
      <pc:sldChg chg="addSp modSp mod modClrScheme chgLayout">
        <pc:chgData name="LE HAI DANG" userId="8f3275a08373be5f" providerId="LiveId" clId="{2561DF64-B81A-42DA-B400-8854B4FDA888}" dt="2025-08-23T05:43:24.982" v="177" actId="1076"/>
        <pc:sldMkLst>
          <pc:docMk/>
          <pc:sldMk cId="282623181" sldId="340"/>
        </pc:sldMkLst>
        <pc:spChg chg="mod">
          <ac:chgData name="LE HAI DANG" userId="8f3275a08373be5f" providerId="LiveId" clId="{2561DF64-B81A-42DA-B400-8854B4FDA888}" dt="2025-08-23T05:39:33.851" v="9" actId="26606"/>
          <ac:spMkLst>
            <pc:docMk/>
            <pc:sldMk cId="282623181" sldId="340"/>
            <ac:spMk id="2" creationId="{71EC9210-B68B-A1EE-E9F8-C065D6F5C5AC}"/>
          </ac:spMkLst>
        </pc:spChg>
        <pc:spChg chg="mod">
          <ac:chgData name="LE HAI DANG" userId="8f3275a08373be5f" providerId="LiveId" clId="{2561DF64-B81A-42DA-B400-8854B4FDA888}" dt="2025-08-23T05:43:16.876" v="175" actId="14100"/>
          <ac:spMkLst>
            <pc:docMk/>
            <pc:sldMk cId="282623181" sldId="340"/>
            <ac:spMk id="5" creationId="{BDDB886F-DFE3-F774-8585-D422E59F41A5}"/>
          </ac:spMkLst>
        </pc:spChg>
        <pc:picChg chg="add mod">
          <ac:chgData name="LE HAI DANG" userId="8f3275a08373be5f" providerId="LiveId" clId="{2561DF64-B81A-42DA-B400-8854B4FDA888}" dt="2025-08-23T05:43:24.982" v="177" actId="1076"/>
          <ac:picMkLst>
            <pc:docMk/>
            <pc:sldMk cId="282623181" sldId="340"/>
            <ac:picMk id="3" creationId="{9F662113-0609-1BB0-C033-D27B818AC714}"/>
          </ac:picMkLst>
        </pc:picChg>
      </pc:sldChg>
    </pc:docChg>
  </pc:docChgLst>
  <pc:docChgLst>
    <pc:chgData name="LE HAI DANG" userId="8f3275a08373be5f" providerId="LiveId" clId="{441D2578-6AAE-4E85-8A98-413D4C51F29F}"/>
    <pc:docChg chg="undo redo custSel addSld delSld modSld sldOrd">
      <pc:chgData name="LE HAI DANG" userId="8f3275a08373be5f" providerId="LiveId" clId="{441D2578-6AAE-4E85-8A98-413D4C51F29F}" dt="2025-08-23T03:27:35.103" v="4286" actId="26606"/>
      <pc:docMkLst>
        <pc:docMk/>
      </pc:docMkLst>
      <pc:sldChg chg="modSp mod">
        <pc:chgData name="LE HAI DANG" userId="8f3275a08373be5f" providerId="LiveId" clId="{441D2578-6AAE-4E85-8A98-413D4C51F29F}" dt="2025-08-15T05:08:32.476" v="218" actId="20577"/>
        <pc:sldMkLst>
          <pc:docMk/>
          <pc:sldMk cId="520877064" sldId="256"/>
        </pc:sldMkLst>
        <pc:spChg chg="mod">
          <ac:chgData name="LE HAI DANG" userId="8f3275a08373be5f" providerId="LiveId" clId="{441D2578-6AAE-4E85-8A98-413D4C51F29F}" dt="2025-08-15T05:08:32.476" v="218" actId="20577"/>
          <ac:spMkLst>
            <pc:docMk/>
            <pc:sldMk cId="520877064" sldId="256"/>
            <ac:spMk id="2" creationId="{88C45E41-A1AF-488B-B0BD-65F8B7FDA7DF}"/>
          </ac:spMkLst>
        </pc:spChg>
        <pc:spChg chg="mod">
          <ac:chgData name="LE HAI DANG" userId="8f3275a08373be5f" providerId="LiveId" clId="{441D2578-6AAE-4E85-8A98-413D4C51F29F}" dt="2025-08-15T05:05:57.472" v="29" actId="27636"/>
          <ac:spMkLst>
            <pc:docMk/>
            <pc:sldMk cId="520877064" sldId="256"/>
            <ac:spMk id="3" creationId="{F49537F2-C3B5-487E-AF04-318467A156F4}"/>
          </ac:spMkLst>
        </pc:spChg>
        <pc:spChg chg="mod">
          <ac:chgData name="LE HAI DANG" userId="8f3275a08373be5f" providerId="LiveId" clId="{441D2578-6AAE-4E85-8A98-413D4C51F29F}" dt="2025-08-15T05:07:59.202" v="144" actId="14100"/>
          <ac:spMkLst>
            <pc:docMk/>
            <pc:sldMk cId="520877064" sldId="256"/>
            <ac:spMk id="4" creationId="{8727A67E-F5E5-4E62-AFA1-B5747C25AED8}"/>
          </ac:spMkLst>
        </pc:spChg>
      </pc:sldChg>
      <pc:sldChg chg="del">
        <pc:chgData name="LE HAI DANG" userId="8f3275a08373be5f" providerId="LiveId" clId="{441D2578-6AAE-4E85-8A98-413D4C51F29F}" dt="2025-08-15T05:08:53.048" v="219" actId="47"/>
        <pc:sldMkLst>
          <pc:docMk/>
          <pc:sldMk cId="2203357190" sldId="257"/>
        </pc:sldMkLst>
      </pc:sldChg>
      <pc:sldChg chg="modSp mod">
        <pc:chgData name="LE HAI DANG" userId="8f3275a08373be5f" providerId="LiveId" clId="{441D2578-6AAE-4E85-8A98-413D4C51F29F}" dt="2025-08-15T07:01:44.756" v="3267" actId="20577"/>
        <pc:sldMkLst>
          <pc:docMk/>
          <pc:sldMk cId="2706205863" sldId="259"/>
        </pc:sldMkLst>
        <pc:spChg chg="mod">
          <ac:chgData name="LE HAI DANG" userId="8f3275a08373be5f" providerId="LiveId" clId="{441D2578-6AAE-4E85-8A98-413D4C51F29F}" dt="2025-08-15T07:01:44.756" v="3267" actId="20577"/>
          <ac:spMkLst>
            <pc:docMk/>
            <pc:sldMk cId="2706205863" sldId="259"/>
            <ac:spMk id="3" creationId="{E48B3A4D-EB59-4245-BACF-15AE3A78BA4E}"/>
          </ac:spMkLst>
        </pc:spChg>
      </pc:sldChg>
      <pc:sldChg chg="del">
        <pc:chgData name="LE HAI DANG" userId="8f3275a08373be5f" providerId="LiveId" clId="{441D2578-6AAE-4E85-8A98-413D4C51F29F}" dt="2025-08-15T05:08:53.208" v="220" actId="47"/>
        <pc:sldMkLst>
          <pc:docMk/>
          <pc:sldMk cId="1856429581" sldId="270"/>
        </pc:sldMkLst>
      </pc:sldChg>
      <pc:sldChg chg="del">
        <pc:chgData name="LE HAI DANG" userId="8f3275a08373be5f" providerId="LiveId" clId="{441D2578-6AAE-4E85-8A98-413D4C51F29F}" dt="2025-08-15T05:08:53.526" v="221" actId="47"/>
        <pc:sldMkLst>
          <pc:docMk/>
          <pc:sldMk cId="4034275765" sldId="271"/>
        </pc:sldMkLst>
      </pc:sldChg>
      <pc:sldChg chg="del">
        <pc:chgData name="LE HAI DANG" userId="8f3275a08373be5f" providerId="LiveId" clId="{441D2578-6AAE-4E85-8A98-413D4C51F29F}" dt="2025-08-15T05:08:53.699" v="222" actId="47"/>
        <pc:sldMkLst>
          <pc:docMk/>
          <pc:sldMk cId="737794640" sldId="272"/>
        </pc:sldMkLst>
      </pc:sldChg>
      <pc:sldChg chg="del">
        <pc:chgData name="LE HAI DANG" userId="8f3275a08373be5f" providerId="LiveId" clId="{441D2578-6AAE-4E85-8A98-413D4C51F29F}" dt="2025-08-15T05:08:53.842" v="223" actId="47"/>
        <pc:sldMkLst>
          <pc:docMk/>
          <pc:sldMk cId="1692928019" sldId="273"/>
        </pc:sldMkLst>
      </pc:sldChg>
      <pc:sldChg chg="del">
        <pc:chgData name="LE HAI DANG" userId="8f3275a08373be5f" providerId="LiveId" clId="{441D2578-6AAE-4E85-8A98-413D4C51F29F}" dt="2025-08-15T05:08:53.986" v="224" actId="47"/>
        <pc:sldMkLst>
          <pc:docMk/>
          <pc:sldMk cId="2543119425" sldId="274"/>
        </pc:sldMkLst>
      </pc:sldChg>
      <pc:sldChg chg="del">
        <pc:chgData name="LE HAI DANG" userId="8f3275a08373be5f" providerId="LiveId" clId="{441D2578-6AAE-4E85-8A98-413D4C51F29F}" dt="2025-08-15T05:08:54.414" v="225" actId="47"/>
        <pc:sldMkLst>
          <pc:docMk/>
          <pc:sldMk cId="4248235500" sldId="275"/>
        </pc:sldMkLst>
      </pc:sldChg>
      <pc:sldChg chg="del">
        <pc:chgData name="LE HAI DANG" userId="8f3275a08373be5f" providerId="LiveId" clId="{441D2578-6AAE-4E85-8A98-413D4C51F29F}" dt="2025-08-15T05:08:54.589" v="226" actId="47"/>
        <pc:sldMkLst>
          <pc:docMk/>
          <pc:sldMk cId="2625463068" sldId="276"/>
        </pc:sldMkLst>
      </pc:sldChg>
      <pc:sldChg chg="del">
        <pc:chgData name="LE HAI DANG" userId="8f3275a08373be5f" providerId="LiveId" clId="{441D2578-6AAE-4E85-8A98-413D4C51F29F}" dt="2025-08-15T05:08:59.401" v="229" actId="47"/>
        <pc:sldMkLst>
          <pc:docMk/>
          <pc:sldMk cId="1653510388" sldId="277"/>
        </pc:sldMkLst>
      </pc:sldChg>
      <pc:sldChg chg="del">
        <pc:chgData name="LE HAI DANG" userId="8f3275a08373be5f" providerId="LiveId" clId="{441D2578-6AAE-4E85-8A98-413D4C51F29F}" dt="2025-08-15T05:08:59.534" v="230" actId="47"/>
        <pc:sldMkLst>
          <pc:docMk/>
          <pc:sldMk cId="2116311713" sldId="278"/>
        </pc:sldMkLst>
      </pc:sldChg>
      <pc:sldChg chg="del">
        <pc:chgData name="LE HAI DANG" userId="8f3275a08373be5f" providerId="LiveId" clId="{441D2578-6AAE-4E85-8A98-413D4C51F29F}" dt="2025-08-15T05:08:59.683" v="231" actId="47"/>
        <pc:sldMkLst>
          <pc:docMk/>
          <pc:sldMk cId="3878551160" sldId="279"/>
        </pc:sldMkLst>
      </pc:sldChg>
      <pc:sldChg chg="del">
        <pc:chgData name="LE HAI DANG" userId="8f3275a08373be5f" providerId="LiveId" clId="{441D2578-6AAE-4E85-8A98-413D4C51F29F}" dt="2025-08-15T05:08:59.826" v="232" actId="47"/>
        <pc:sldMkLst>
          <pc:docMk/>
          <pc:sldMk cId="2388167075" sldId="280"/>
        </pc:sldMkLst>
      </pc:sldChg>
      <pc:sldChg chg="del">
        <pc:chgData name="LE HAI DANG" userId="8f3275a08373be5f" providerId="LiveId" clId="{441D2578-6AAE-4E85-8A98-413D4C51F29F}" dt="2025-08-15T05:08:59.953" v="233" actId="47"/>
        <pc:sldMkLst>
          <pc:docMk/>
          <pc:sldMk cId="4032672090" sldId="281"/>
        </pc:sldMkLst>
      </pc:sldChg>
      <pc:sldChg chg="del">
        <pc:chgData name="LE HAI DANG" userId="8f3275a08373be5f" providerId="LiveId" clId="{441D2578-6AAE-4E85-8A98-413D4C51F29F}" dt="2025-08-15T05:09:00.112" v="234" actId="47"/>
        <pc:sldMkLst>
          <pc:docMk/>
          <pc:sldMk cId="4182702548" sldId="282"/>
        </pc:sldMkLst>
      </pc:sldChg>
      <pc:sldChg chg="del">
        <pc:chgData name="LE HAI DANG" userId="8f3275a08373be5f" providerId="LiveId" clId="{441D2578-6AAE-4E85-8A98-413D4C51F29F}" dt="2025-08-15T05:09:00.292" v="235" actId="47"/>
        <pc:sldMkLst>
          <pc:docMk/>
          <pc:sldMk cId="2399418858" sldId="283"/>
        </pc:sldMkLst>
      </pc:sldChg>
      <pc:sldChg chg="del">
        <pc:chgData name="LE HAI DANG" userId="8f3275a08373be5f" providerId="LiveId" clId="{441D2578-6AAE-4E85-8A98-413D4C51F29F}" dt="2025-08-15T05:09:00.609" v="236" actId="47"/>
        <pc:sldMkLst>
          <pc:docMk/>
          <pc:sldMk cId="31861469" sldId="284"/>
        </pc:sldMkLst>
      </pc:sldChg>
      <pc:sldChg chg="del">
        <pc:chgData name="LE HAI DANG" userId="8f3275a08373be5f" providerId="LiveId" clId="{441D2578-6AAE-4E85-8A98-413D4C51F29F}" dt="2025-08-15T05:09:00.943" v="237" actId="47"/>
        <pc:sldMkLst>
          <pc:docMk/>
          <pc:sldMk cId="1008313873" sldId="285"/>
        </pc:sldMkLst>
      </pc:sldChg>
      <pc:sldChg chg="del">
        <pc:chgData name="LE HAI DANG" userId="8f3275a08373be5f" providerId="LiveId" clId="{441D2578-6AAE-4E85-8A98-413D4C51F29F}" dt="2025-08-15T05:09:01.212" v="238" actId="47"/>
        <pc:sldMkLst>
          <pc:docMk/>
          <pc:sldMk cId="3429241728" sldId="286"/>
        </pc:sldMkLst>
      </pc:sldChg>
      <pc:sldChg chg="del">
        <pc:chgData name="LE HAI DANG" userId="8f3275a08373be5f" providerId="LiveId" clId="{441D2578-6AAE-4E85-8A98-413D4C51F29F}" dt="2025-08-15T05:09:02.276" v="243" actId="47"/>
        <pc:sldMkLst>
          <pc:docMk/>
          <pc:sldMk cId="3988111437" sldId="287"/>
        </pc:sldMkLst>
      </pc:sldChg>
      <pc:sldChg chg="del">
        <pc:chgData name="LE HAI DANG" userId="8f3275a08373be5f" providerId="LiveId" clId="{441D2578-6AAE-4E85-8A98-413D4C51F29F}" dt="2025-08-15T05:09:01.387" v="239" actId="47"/>
        <pc:sldMkLst>
          <pc:docMk/>
          <pc:sldMk cId="2930560855" sldId="288"/>
        </pc:sldMkLst>
      </pc:sldChg>
      <pc:sldChg chg="del">
        <pc:chgData name="LE HAI DANG" userId="8f3275a08373be5f" providerId="LiveId" clId="{441D2578-6AAE-4E85-8A98-413D4C51F29F}" dt="2025-08-15T05:09:01.562" v="240" actId="47"/>
        <pc:sldMkLst>
          <pc:docMk/>
          <pc:sldMk cId="2443940429" sldId="289"/>
        </pc:sldMkLst>
      </pc:sldChg>
      <pc:sldChg chg="del">
        <pc:chgData name="LE HAI DANG" userId="8f3275a08373be5f" providerId="LiveId" clId="{441D2578-6AAE-4E85-8A98-413D4C51F29F}" dt="2025-08-15T05:08:59.233" v="228" actId="47"/>
        <pc:sldMkLst>
          <pc:docMk/>
          <pc:sldMk cId="2411853984" sldId="290"/>
        </pc:sldMkLst>
      </pc:sldChg>
      <pc:sldChg chg="del">
        <pc:chgData name="LE HAI DANG" userId="8f3275a08373be5f" providerId="LiveId" clId="{441D2578-6AAE-4E85-8A98-413D4C51F29F}" dt="2025-08-15T05:09:01.943" v="242" actId="47"/>
        <pc:sldMkLst>
          <pc:docMk/>
          <pc:sldMk cId="3234666979" sldId="291"/>
        </pc:sldMkLst>
      </pc:sldChg>
      <pc:sldChg chg="del">
        <pc:chgData name="LE HAI DANG" userId="8f3275a08373be5f" providerId="LiveId" clId="{441D2578-6AAE-4E85-8A98-413D4C51F29F}" dt="2025-08-15T05:09:02.779" v="246" actId="47"/>
        <pc:sldMkLst>
          <pc:docMk/>
          <pc:sldMk cId="1915573391" sldId="292"/>
        </pc:sldMkLst>
      </pc:sldChg>
      <pc:sldChg chg="del">
        <pc:chgData name="LE HAI DANG" userId="8f3275a08373be5f" providerId="LiveId" clId="{441D2578-6AAE-4E85-8A98-413D4C51F29F}" dt="2025-08-15T05:09:02.937" v="247" actId="47"/>
        <pc:sldMkLst>
          <pc:docMk/>
          <pc:sldMk cId="2578603807" sldId="293"/>
        </pc:sldMkLst>
      </pc:sldChg>
      <pc:sldChg chg="del">
        <pc:chgData name="LE HAI DANG" userId="8f3275a08373be5f" providerId="LiveId" clId="{441D2578-6AAE-4E85-8A98-413D4C51F29F}" dt="2025-08-15T05:09:03.236" v="249" actId="47"/>
        <pc:sldMkLst>
          <pc:docMk/>
          <pc:sldMk cId="2047080449" sldId="294"/>
        </pc:sldMkLst>
      </pc:sldChg>
      <pc:sldChg chg="del">
        <pc:chgData name="LE HAI DANG" userId="8f3275a08373be5f" providerId="LiveId" clId="{441D2578-6AAE-4E85-8A98-413D4C51F29F}" dt="2025-08-15T05:09:03.412" v="250" actId="47"/>
        <pc:sldMkLst>
          <pc:docMk/>
          <pc:sldMk cId="4169306398" sldId="295"/>
        </pc:sldMkLst>
      </pc:sldChg>
      <pc:sldChg chg="del">
        <pc:chgData name="LE HAI DANG" userId="8f3275a08373be5f" providerId="LiveId" clId="{441D2578-6AAE-4E85-8A98-413D4C51F29F}" dt="2025-08-15T05:09:03.586" v="251" actId="47"/>
        <pc:sldMkLst>
          <pc:docMk/>
          <pc:sldMk cId="801925873" sldId="296"/>
        </pc:sldMkLst>
      </pc:sldChg>
      <pc:sldChg chg="del">
        <pc:chgData name="LE HAI DANG" userId="8f3275a08373be5f" providerId="LiveId" clId="{441D2578-6AAE-4E85-8A98-413D4C51F29F}" dt="2025-08-15T05:09:03.808" v="252" actId="47"/>
        <pc:sldMkLst>
          <pc:docMk/>
          <pc:sldMk cId="1453280341" sldId="298"/>
        </pc:sldMkLst>
      </pc:sldChg>
      <pc:sldChg chg="del">
        <pc:chgData name="LE HAI DANG" userId="8f3275a08373be5f" providerId="LiveId" clId="{441D2578-6AAE-4E85-8A98-413D4C51F29F}" dt="2025-08-15T05:09:04.042" v="253" actId="47"/>
        <pc:sldMkLst>
          <pc:docMk/>
          <pc:sldMk cId="2389855551" sldId="299"/>
        </pc:sldMkLst>
      </pc:sldChg>
      <pc:sldChg chg="del">
        <pc:chgData name="LE HAI DANG" userId="8f3275a08373be5f" providerId="LiveId" clId="{441D2578-6AAE-4E85-8A98-413D4C51F29F}" dt="2025-08-15T05:09:04.899" v="256" actId="47"/>
        <pc:sldMkLst>
          <pc:docMk/>
          <pc:sldMk cId="2028256881" sldId="300"/>
        </pc:sldMkLst>
      </pc:sldChg>
      <pc:sldChg chg="del">
        <pc:chgData name="LE HAI DANG" userId="8f3275a08373be5f" providerId="LiveId" clId="{441D2578-6AAE-4E85-8A98-413D4C51F29F}" dt="2025-08-15T05:09:05.171" v="257" actId="47"/>
        <pc:sldMkLst>
          <pc:docMk/>
          <pc:sldMk cId="3690501420" sldId="301"/>
        </pc:sldMkLst>
      </pc:sldChg>
      <pc:sldChg chg="del">
        <pc:chgData name="LE HAI DANG" userId="8f3275a08373be5f" providerId="LiveId" clId="{441D2578-6AAE-4E85-8A98-413D4C51F29F}" dt="2025-08-15T05:09:05.700" v="259" actId="47"/>
        <pc:sldMkLst>
          <pc:docMk/>
          <pc:sldMk cId="1550811604" sldId="302"/>
        </pc:sldMkLst>
      </pc:sldChg>
      <pc:sldChg chg="del">
        <pc:chgData name="LE HAI DANG" userId="8f3275a08373be5f" providerId="LiveId" clId="{441D2578-6AAE-4E85-8A98-413D4C51F29F}" dt="2025-08-15T05:09:05.461" v="258" actId="47"/>
        <pc:sldMkLst>
          <pc:docMk/>
          <pc:sldMk cId="3074060302" sldId="303"/>
        </pc:sldMkLst>
      </pc:sldChg>
      <pc:sldChg chg="del">
        <pc:chgData name="LE HAI DANG" userId="8f3275a08373be5f" providerId="LiveId" clId="{441D2578-6AAE-4E85-8A98-413D4C51F29F}" dt="2025-08-15T05:09:06.049" v="260" actId="47"/>
        <pc:sldMkLst>
          <pc:docMk/>
          <pc:sldMk cId="2961065670" sldId="304"/>
        </pc:sldMkLst>
      </pc:sldChg>
      <pc:sldChg chg="del">
        <pc:chgData name="LE HAI DANG" userId="8f3275a08373be5f" providerId="LiveId" clId="{441D2578-6AAE-4E85-8A98-413D4C51F29F}" dt="2025-08-15T05:09:06.428" v="261" actId="47"/>
        <pc:sldMkLst>
          <pc:docMk/>
          <pc:sldMk cId="1466326646" sldId="305"/>
        </pc:sldMkLst>
      </pc:sldChg>
      <pc:sldChg chg="del">
        <pc:chgData name="LE HAI DANG" userId="8f3275a08373be5f" providerId="LiveId" clId="{441D2578-6AAE-4E85-8A98-413D4C51F29F}" dt="2025-08-15T05:09:06.905" v="262" actId="47"/>
        <pc:sldMkLst>
          <pc:docMk/>
          <pc:sldMk cId="753554529" sldId="309"/>
        </pc:sldMkLst>
      </pc:sldChg>
      <pc:sldChg chg="modSp mod">
        <pc:chgData name="LE HAI DANG" userId="8f3275a08373be5f" providerId="LiveId" clId="{441D2578-6AAE-4E85-8A98-413D4C51F29F}" dt="2025-08-15T06:40:31.262" v="2780"/>
        <pc:sldMkLst>
          <pc:docMk/>
          <pc:sldMk cId="2235736889" sldId="310"/>
        </pc:sldMkLst>
        <pc:spChg chg="mod">
          <ac:chgData name="LE HAI DANG" userId="8f3275a08373be5f" providerId="LiveId" clId="{441D2578-6AAE-4E85-8A98-413D4C51F29F}" dt="2025-08-15T06:40:31.262" v="2780"/>
          <ac:spMkLst>
            <pc:docMk/>
            <pc:sldMk cId="2235736889" sldId="310"/>
            <ac:spMk id="2" creationId="{7FA4A289-1363-E843-0C58-E0963D6C764F}"/>
          </ac:spMkLst>
        </pc:spChg>
      </pc:sldChg>
      <pc:sldChg chg="addSp delSp modSp new mod">
        <pc:chgData name="LE HAI DANG" userId="8f3275a08373be5f" providerId="LiveId" clId="{441D2578-6AAE-4E85-8A98-413D4C51F29F}" dt="2025-08-15T06:45:44.864" v="3063" actId="113"/>
        <pc:sldMkLst>
          <pc:docMk/>
          <pc:sldMk cId="596501517" sldId="311"/>
        </pc:sldMkLst>
        <pc:spChg chg="mod">
          <ac:chgData name="LE HAI DANG" userId="8f3275a08373be5f" providerId="LiveId" clId="{441D2578-6AAE-4E85-8A98-413D4C51F29F}" dt="2025-08-15T05:11:03.520" v="297"/>
          <ac:spMkLst>
            <pc:docMk/>
            <pc:sldMk cId="596501517" sldId="311"/>
            <ac:spMk id="2" creationId="{3EFB0138-D0D5-D446-3BBA-6E330726353E}"/>
          </ac:spMkLst>
        </pc:spChg>
        <pc:spChg chg="add del mod">
          <ac:chgData name="LE HAI DANG" userId="8f3275a08373be5f" providerId="LiveId" clId="{441D2578-6AAE-4E85-8A98-413D4C51F29F}" dt="2025-08-15T06:45:44.864" v="3063" actId="113"/>
          <ac:spMkLst>
            <pc:docMk/>
            <pc:sldMk cId="596501517" sldId="311"/>
            <ac:spMk id="3" creationId="{FDD54136-2EBF-E141-E82E-BC972A410CC9}"/>
          </ac:spMkLst>
        </pc:spChg>
      </pc:sldChg>
      <pc:sldChg chg="del">
        <pc:chgData name="LE HAI DANG" userId="8f3275a08373be5f" providerId="LiveId" clId="{441D2578-6AAE-4E85-8A98-413D4C51F29F}" dt="2025-08-15T05:09:01.753" v="241" actId="47"/>
        <pc:sldMkLst>
          <pc:docMk/>
          <pc:sldMk cId="1979795407" sldId="311"/>
        </pc:sldMkLst>
      </pc:sldChg>
      <pc:sldChg chg="del">
        <pc:chgData name="LE HAI DANG" userId="8f3275a08373be5f" providerId="LiveId" clId="{441D2578-6AAE-4E85-8A98-413D4C51F29F}" dt="2025-08-15T05:09:09.061" v="264" actId="47"/>
        <pc:sldMkLst>
          <pc:docMk/>
          <pc:sldMk cId="2286465870" sldId="312"/>
        </pc:sldMkLst>
      </pc:sldChg>
      <pc:sldChg chg="modSp new mod">
        <pc:chgData name="LE HAI DANG" userId="8f3275a08373be5f" providerId="LiveId" clId="{441D2578-6AAE-4E85-8A98-413D4C51F29F}" dt="2025-08-15T05:10:56.360" v="296" actId="20577"/>
        <pc:sldMkLst>
          <pc:docMk/>
          <pc:sldMk cId="2444657061" sldId="312"/>
        </pc:sldMkLst>
        <pc:spChg chg="mod">
          <ac:chgData name="LE HAI DANG" userId="8f3275a08373be5f" providerId="LiveId" clId="{441D2578-6AAE-4E85-8A98-413D4C51F29F}" dt="2025-08-15T05:10:56.360" v="296" actId="20577"/>
          <ac:spMkLst>
            <pc:docMk/>
            <pc:sldMk cId="2444657061" sldId="312"/>
            <ac:spMk id="2" creationId="{C853B5C0-9064-1553-3D4D-F8BD597A03D4}"/>
          </ac:spMkLst>
        </pc:spChg>
        <pc:spChg chg="mod">
          <ac:chgData name="LE HAI DANG" userId="8f3275a08373be5f" providerId="LiveId" clId="{441D2578-6AAE-4E85-8A98-413D4C51F29F}" dt="2025-08-15T05:10:47.316" v="294"/>
          <ac:spMkLst>
            <pc:docMk/>
            <pc:sldMk cId="2444657061" sldId="312"/>
            <ac:spMk id="3" creationId="{F1144C4C-4BC8-B5DD-E4A2-E5766F893940}"/>
          </ac:spMkLst>
        </pc:spChg>
      </pc:sldChg>
      <pc:sldChg chg="del">
        <pc:chgData name="LE HAI DANG" userId="8f3275a08373be5f" providerId="LiveId" clId="{441D2578-6AAE-4E85-8A98-413D4C51F29F}" dt="2025-08-15T05:08:54.730" v="227" actId="47"/>
        <pc:sldMkLst>
          <pc:docMk/>
          <pc:sldMk cId="1066481263" sldId="313"/>
        </pc:sldMkLst>
      </pc:sldChg>
      <pc:sldChg chg="modSp add del mod">
        <pc:chgData name="LE HAI DANG" userId="8f3275a08373be5f" providerId="LiveId" clId="{441D2578-6AAE-4E85-8A98-413D4C51F29F}" dt="2025-08-15T05:30:44.616" v="426" actId="2696"/>
        <pc:sldMkLst>
          <pc:docMk/>
          <pc:sldMk cId="4024304523" sldId="313"/>
        </pc:sldMkLst>
      </pc:sldChg>
      <pc:sldChg chg="del">
        <pc:chgData name="LE HAI DANG" userId="8f3275a08373be5f" providerId="LiveId" clId="{441D2578-6AAE-4E85-8A98-413D4C51F29F}" dt="2025-08-15T05:09:02.620" v="245" actId="47"/>
        <pc:sldMkLst>
          <pc:docMk/>
          <pc:sldMk cId="1506377837" sldId="314"/>
        </pc:sldMkLst>
      </pc:sldChg>
      <pc:sldChg chg="addSp modSp add mod">
        <pc:chgData name="LE HAI DANG" userId="8f3275a08373be5f" providerId="LiveId" clId="{441D2578-6AAE-4E85-8A98-413D4C51F29F}" dt="2025-08-15T06:46:57.258" v="3076" actId="20577"/>
        <pc:sldMkLst>
          <pc:docMk/>
          <pc:sldMk cId="3580740477" sldId="314"/>
        </pc:sldMkLst>
        <pc:spChg chg="mod">
          <ac:chgData name="LE HAI DANG" userId="8f3275a08373be5f" providerId="LiveId" clId="{441D2578-6AAE-4E85-8A98-413D4C51F29F}" dt="2025-08-15T05:19:53.103" v="363"/>
          <ac:spMkLst>
            <pc:docMk/>
            <pc:sldMk cId="3580740477" sldId="314"/>
            <ac:spMk id="2" creationId="{4FE4030F-6406-85FE-9450-A9B7D1BA3429}"/>
          </ac:spMkLst>
        </pc:spChg>
        <pc:spChg chg="mod">
          <ac:chgData name="LE HAI DANG" userId="8f3275a08373be5f" providerId="LiveId" clId="{441D2578-6AAE-4E85-8A98-413D4C51F29F}" dt="2025-08-15T06:46:57.258" v="3076" actId="20577"/>
          <ac:spMkLst>
            <pc:docMk/>
            <pc:sldMk cId="3580740477" sldId="314"/>
            <ac:spMk id="3" creationId="{75229DBE-61F0-ECBC-8BAF-B2541757D1AC}"/>
          </ac:spMkLst>
        </pc:spChg>
      </pc:sldChg>
      <pc:sldChg chg="addSp delSp modSp add mod">
        <pc:chgData name="LE HAI DANG" userId="8f3275a08373be5f" providerId="LiveId" clId="{441D2578-6AAE-4E85-8A98-413D4C51F29F}" dt="2025-08-15T05:32:58.709" v="474" actId="20577"/>
        <pc:sldMkLst>
          <pc:docMk/>
          <pc:sldMk cId="1031634100" sldId="315"/>
        </pc:sldMkLst>
        <pc:spChg chg="mod">
          <ac:chgData name="LE HAI DANG" userId="8f3275a08373be5f" providerId="LiveId" clId="{441D2578-6AAE-4E85-8A98-413D4C51F29F}" dt="2025-08-15T05:32:14.680" v="462"/>
          <ac:spMkLst>
            <pc:docMk/>
            <pc:sldMk cId="1031634100" sldId="315"/>
            <ac:spMk id="2" creationId="{2398162B-00BC-4018-6B2D-4987B361B8D0}"/>
          </ac:spMkLst>
        </pc:spChg>
        <pc:spChg chg="add del mod">
          <ac:chgData name="LE HAI DANG" userId="8f3275a08373be5f" providerId="LiveId" clId="{441D2578-6AAE-4E85-8A98-413D4C51F29F}" dt="2025-08-15T05:32:58.709" v="474" actId="20577"/>
          <ac:spMkLst>
            <pc:docMk/>
            <pc:sldMk cId="1031634100" sldId="315"/>
            <ac:spMk id="3" creationId="{8D36FAE6-7C09-F7C6-9E0E-4E6CBB5B542D}"/>
          </ac:spMkLst>
        </pc:spChg>
      </pc:sldChg>
      <pc:sldChg chg="del">
        <pc:chgData name="LE HAI DANG" userId="8f3275a08373be5f" providerId="LiveId" clId="{441D2578-6AAE-4E85-8A98-413D4C51F29F}" dt="2025-08-15T05:09:07.262" v="263" actId="47"/>
        <pc:sldMkLst>
          <pc:docMk/>
          <pc:sldMk cId="2308491421" sldId="315"/>
        </pc:sldMkLst>
      </pc:sldChg>
      <pc:sldChg chg="modSp add mod">
        <pc:chgData name="LE HAI DANG" userId="8f3275a08373be5f" providerId="LiveId" clId="{441D2578-6AAE-4E85-8A98-413D4C51F29F}" dt="2025-08-15T06:48:08.657" v="3078" actId="113"/>
        <pc:sldMkLst>
          <pc:docMk/>
          <pc:sldMk cId="2823249403" sldId="316"/>
        </pc:sldMkLst>
        <pc:spChg chg="mod">
          <ac:chgData name="LE HAI DANG" userId="8f3275a08373be5f" providerId="LiveId" clId="{441D2578-6AAE-4E85-8A98-413D4C51F29F}" dt="2025-08-15T05:33:55.017" v="504"/>
          <ac:spMkLst>
            <pc:docMk/>
            <pc:sldMk cId="2823249403" sldId="316"/>
            <ac:spMk id="2" creationId="{18479663-DF14-0980-6139-BA4BD7C27E72}"/>
          </ac:spMkLst>
        </pc:spChg>
        <pc:spChg chg="mod">
          <ac:chgData name="LE HAI DANG" userId="8f3275a08373be5f" providerId="LiveId" clId="{441D2578-6AAE-4E85-8A98-413D4C51F29F}" dt="2025-08-15T06:48:08.657" v="3078" actId="113"/>
          <ac:spMkLst>
            <pc:docMk/>
            <pc:sldMk cId="2823249403" sldId="316"/>
            <ac:spMk id="3" creationId="{AA0800E3-CEDF-B326-B44A-12B030A3F89F}"/>
          </ac:spMkLst>
        </pc:spChg>
      </pc:sldChg>
      <pc:sldChg chg="del">
        <pc:chgData name="LE HAI DANG" userId="8f3275a08373be5f" providerId="LiveId" clId="{441D2578-6AAE-4E85-8A98-413D4C51F29F}" dt="2025-08-15T05:09:04.616" v="255" actId="47"/>
        <pc:sldMkLst>
          <pc:docMk/>
          <pc:sldMk cId="4072983448" sldId="316"/>
        </pc:sldMkLst>
      </pc:sldChg>
      <pc:sldChg chg="add del">
        <pc:chgData name="LE HAI DANG" userId="8f3275a08373be5f" providerId="LiveId" clId="{441D2578-6AAE-4E85-8A98-413D4C51F29F}" dt="2025-08-15T06:48:28.868" v="3079" actId="2696"/>
        <pc:sldMkLst>
          <pc:docMk/>
          <pc:sldMk cId="1405382798" sldId="317"/>
        </pc:sldMkLst>
      </pc:sldChg>
      <pc:sldChg chg="addSp delSp modSp new mod">
        <pc:chgData name="LE HAI DANG" userId="8f3275a08373be5f" providerId="LiveId" clId="{441D2578-6AAE-4E85-8A98-413D4C51F29F}" dt="2025-08-15T06:48:50.991" v="3094" actId="20577"/>
        <pc:sldMkLst>
          <pc:docMk/>
          <pc:sldMk cId="2089259826" sldId="318"/>
        </pc:sldMkLst>
        <pc:spChg chg="mod">
          <ac:chgData name="LE HAI DANG" userId="8f3275a08373be5f" providerId="LiveId" clId="{441D2578-6AAE-4E85-8A98-413D4C51F29F}" dt="2025-08-15T05:37:35.835" v="577"/>
          <ac:spMkLst>
            <pc:docMk/>
            <pc:sldMk cId="2089259826" sldId="318"/>
            <ac:spMk id="2" creationId="{84D758B9-8A79-BD1F-1813-4A72543176E6}"/>
          </ac:spMkLst>
        </pc:spChg>
        <pc:spChg chg="add del mod">
          <ac:chgData name="LE HAI DANG" userId="8f3275a08373be5f" providerId="LiveId" clId="{441D2578-6AAE-4E85-8A98-413D4C51F29F}" dt="2025-08-15T06:48:50.991" v="3094" actId="20577"/>
          <ac:spMkLst>
            <pc:docMk/>
            <pc:sldMk cId="2089259826" sldId="318"/>
            <ac:spMk id="3" creationId="{13C7F82A-0E32-B030-A845-3CCB22435314}"/>
          </ac:spMkLst>
        </pc:spChg>
      </pc:sldChg>
      <pc:sldChg chg="del">
        <pc:chgData name="LE HAI DANG" userId="8f3275a08373be5f" providerId="LiveId" clId="{441D2578-6AAE-4E85-8A98-413D4C51F29F}" dt="2025-08-15T05:09:04.220" v="254" actId="47"/>
        <pc:sldMkLst>
          <pc:docMk/>
          <pc:sldMk cId="3356749418" sldId="318"/>
        </pc:sldMkLst>
      </pc:sldChg>
      <pc:sldChg chg="del">
        <pc:chgData name="LE HAI DANG" userId="8f3275a08373be5f" providerId="LiveId" clId="{441D2578-6AAE-4E85-8A98-413D4C51F29F}" dt="2025-08-15T05:09:02.450" v="244" actId="47"/>
        <pc:sldMkLst>
          <pc:docMk/>
          <pc:sldMk cId="1304579284" sldId="319"/>
        </pc:sldMkLst>
      </pc:sldChg>
      <pc:sldChg chg="modSp add mod">
        <pc:chgData name="LE HAI DANG" userId="8f3275a08373be5f" providerId="LiveId" clId="{441D2578-6AAE-4E85-8A98-413D4C51F29F}" dt="2025-08-15T06:48:33.987" v="3080" actId="113"/>
        <pc:sldMkLst>
          <pc:docMk/>
          <pc:sldMk cId="1468732817" sldId="319"/>
        </pc:sldMkLst>
        <pc:spChg chg="mod">
          <ac:chgData name="LE HAI DANG" userId="8f3275a08373be5f" providerId="LiveId" clId="{441D2578-6AAE-4E85-8A98-413D4C51F29F}" dt="2025-08-15T06:48:33.987" v="3080" actId="113"/>
          <ac:spMkLst>
            <pc:docMk/>
            <pc:sldMk cId="1468732817" sldId="319"/>
            <ac:spMk id="3" creationId="{5F06D2EB-FE0D-7038-54CA-001FF00B016C}"/>
          </ac:spMkLst>
        </pc:spChg>
      </pc:sldChg>
      <pc:sldChg chg="modSp add mod ord">
        <pc:chgData name="LE HAI DANG" userId="8f3275a08373be5f" providerId="LiveId" clId="{441D2578-6AAE-4E85-8A98-413D4C51F29F}" dt="2025-08-15T05:40:51.907" v="701" actId="20577"/>
        <pc:sldMkLst>
          <pc:docMk/>
          <pc:sldMk cId="2768894655" sldId="320"/>
        </pc:sldMkLst>
        <pc:spChg chg="mod">
          <ac:chgData name="LE HAI DANG" userId="8f3275a08373be5f" providerId="LiveId" clId="{441D2578-6AAE-4E85-8A98-413D4C51F29F}" dt="2025-08-15T05:40:43.232" v="661" actId="20577"/>
          <ac:spMkLst>
            <pc:docMk/>
            <pc:sldMk cId="2768894655" sldId="320"/>
            <ac:spMk id="2" creationId="{C1F98FC7-A2A6-6895-DD2D-7A7E9EBA5B88}"/>
          </ac:spMkLst>
        </pc:spChg>
        <pc:spChg chg="mod">
          <ac:chgData name="LE HAI DANG" userId="8f3275a08373be5f" providerId="LiveId" clId="{441D2578-6AAE-4E85-8A98-413D4C51F29F}" dt="2025-08-15T05:40:51.907" v="701" actId="20577"/>
          <ac:spMkLst>
            <pc:docMk/>
            <pc:sldMk cId="2768894655" sldId="320"/>
            <ac:spMk id="3" creationId="{8CCB3A63-8CCD-3402-3956-825E0C3CEB49}"/>
          </ac:spMkLst>
        </pc:spChg>
      </pc:sldChg>
      <pc:sldChg chg="del">
        <pc:chgData name="LE HAI DANG" userId="8f3275a08373be5f" providerId="LiveId" clId="{441D2578-6AAE-4E85-8A98-413D4C51F29F}" dt="2025-08-15T05:09:03.095" v="248" actId="47"/>
        <pc:sldMkLst>
          <pc:docMk/>
          <pc:sldMk cId="3530361201" sldId="320"/>
        </pc:sldMkLst>
      </pc:sldChg>
      <pc:sldChg chg="addSp modSp add mod ord">
        <pc:chgData name="LE HAI DANG" userId="8f3275a08373be5f" providerId="LiveId" clId="{441D2578-6AAE-4E85-8A98-413D4C51F29F}" dt="2025-08-15T05:45:16.723" v="1006" actId="20577"/>
        <pc:sldMkLst>
          <pc:docMk/>
          <pc:sldMk cId="1491780082" sldId="321"/>
        </pc:sldMkLst>
        <pc:spChg chg="mod">
          <ac:chgData name="LE HAI DANG" userId="8f3275a08373be5f" providerId="LiveId" clId="{441D2578-6AAE-4E85-8A98-413D4C51F29F}" dt="2025-08-15T05:41:05.569" v="705"/>
          <ac:spMkLst>
            <pc:docMk/>
            <pc:sldMk cId="1491780082" sldId="321"/>
            <ac:spMk id="2" creationId="{ED7E680A-6CC6-4554-5D7F-97D0ACA1048B}"/>
          </ac:spMkLst>
        </pc:spChg>
        <pc:spChg chg="mod">
          <ac:chgData name="LE HAI DANG" userId="8f3275a08373be5f" providerId="LiveId" clId="{441D2578-6AAE-4E85-8A98-413D4C51F29F}" dt="2025-08-15T05:45:16.723" v="1006" actId="20577"/>
          <ac:spMkLst>
            <pc:docMk/>
            <pc:sldMk cId="1491780082" sldId="321"/>
            <ac:spMk id="3" creationId="{6085904A-D319-FECB-19F4-65A49F9E7C3B}"/>
          </ac:spMkLst>
        </pc:spChg>
      </pc:sldChg>
      <pc:sldChg chg="modSp add mod">
        <pc:chgData name="LE HAI DANG" userId="8f3275a08373be5f" providerId="LiveId" clId="{441D2578-6AAE-4E85-8A98-413D4C51F29F}" dt="2025-08-15T06:49:08.699" v="3095" actId="113"/>
        <pc:sldMkLst>
          <pc:docMk/>
          <pc:sldMk cId="3723143023" sldId="322"/>
        </pc:sldMkLst>
        <pc:spChg chg="mod">
          <ac:chgData name="LE HAI DANG" userId="8f3275a08373be5f" providerId="LiveId" clId="{441D2578-6AAE-4E85-8A98-413D4C51F29F}" dt="2025-08-15T05:46:00.608" v="1081" actId="20577"/>
          <ac:spMkLst>
            <pc:docMk/>
            <pc:sldMk cId="3723143023" sldId="322"/>
            <ac:spMk id="2" creationId="{4C7650B3-421F-7A78-C0EA-20229EDFD92E}"/>
          </ac:spMkLst>
        </pc:spChg>
        <pc:spChg chg="mod">
          <ac:chgData name="LE HAI DANG" userId="8f3275a08373be5f" providerId="LiveId" clId="{441D2578-6AAE-4E85-8A98-413D4C51F29F}" dt="2025-08-15T06:49:08.699" v="3095" actId="113"/>
          <ac:spMkLst>
            <pc:docMk/>
            <pc:sldMk cId="3723143023" sldId="322"/>
            <ac:spMk id="3" creationId="{23FD2EB9-716C-332B-C73C-AE1075AD97B4}"/>
          </ac:spMkLst>
        </pc:spChg>
      </pc:sldChg>
      <pc:sldChg chg="addSp delSp modSp new mod">
        <pc:chgData name="LE HAI DANG" userId="8f3275a08373be5f" providerId="LiveId" clId="{441D2578-6AAE-4E85-8A98-413D4C51F29F}" dt="2025-08-15T05:54:33.211" v="1799"/>
        <pc:sldMkLst>
          <pc:docMk/>
          <pc:sldMk cId="1360008894" sldId="323"/>
        </pc:sldMkLst>
        <pc:spChg chg="mod">
          <ac:chgData name="LE HAI DANG" userId="8f3275a08373be5f" providerId="LiveId" clId="{441D2578-6AAE-4E85-8A98-413D4C51F29F}" dt="2025-08-15T05:54:33.211" v="1799"/>
          <ac:spMkLst>
            <pc:docMk/>
            <pc:sldMk cId="1360008894" sldId="323"/>
            <ac:spMk id="2" creationId="{CAD4EAD6-EED4-F61F-C894-82BC93B601A9}"/>
          </ac:spMkLst>
        </pc:spChg>
        <pc:picChg chg="add mod">
          <ac:chgData name="LE HAI DANG" userId="8f3275a08373be5f" providerId="LiveId" clId="{441D2578-6AAE-4E85-8A98-413D4C51F29F}" dt="2025-08-15T05:54:27.065" v="1798" actId="1076"/>
          <ac:picMkLst>
            <pc:docMk/>
            <pc:sldMk cId="1360008894" sldId="323"/>
            <ac:picMk id="4" creationId="{4ED032E3-0841-4198-B1B3-C8048B1642C2}"/>
          </ac:picMkLst>
        </pc:picChg>
      </pc:sldChg>
      <pc:sldChg chg="addSp modSp add mod ord">
        <pc:chgData name="LE HAI DANG" userId="8f3275a08373be5f" providerId="LiveId" clId="{441D2578-6AAE-4E85-8A98-413D4C51F29F}" dt="2025-08-15T05:54:07.441" v="1795" actId="20577"/>
        <pc:sldMkLst>
          <pc:docMk/>
          <pc:sldMk cId="1920969261" sldId="324"/>
        </pc:sldMkLst>
        <pc:spChg chg="mod">
          <ac:chgData name="LE HAI DANG" userId="8f3275a08373be5f" providerId="LiveId" clId="{441D2578-6AAE-4E85-8A98-413D4C51F29F}" dt="2025-08-15T05:51:01.592" v="1597"/>
          <ac:spMkLst>
            <pc:docMk/>
            <pc:sldMk cId="1920969261" sldId="324"/>
            <ac:spMk id="2" creationId="{79786A50-2612-EAE7-CE69-A709A240E39E}"/>
          </ac:spMkLst>
        </pc:spChg>
        <pc:spChg chg="mod">
          <ac:chgData name="LE HAI DANG" userId="8f3275a08373be5f" providerId="LiveId" clId="{441D2578-6AAE-4E85-8A98-413D4C51F29F}" dt="2025-08-15T05:54:07.441" v="1795" actId="20577"/>
          <ac:spMkLst>
            <pc:docMk/>
            <pc:sldMk cId="1920969261" sldId="324"/>
            <ac:spMk id="3" creationId="{BD2FB5E7-972F-48D6-F756-76103FB291F9}"/>
          </ac:spMkLst>
        </pc:spChg>
      </pc:sldChg>
      <pc:sldChg chg="modSp add mod ord">
        <pc:chgData name="LE HAI DANG" userId="8f3275a08373be5f" providerId="LiveId" clId="{441D2578-6AAE-4E85-8A98-413D4C51F29F}" dt="2025-08-15T05:50:56.373" v="1596" actId="113"/>
        <pc:sldMkLst>
          <pc:docMk/>
          <pc:sldMk cId="1767840485" sldId="325"/>
        </pc:sldMkLst>
        <pc:spChg chg="mod">
          <ac:chgData name="LE HAI DANG" userId="8f3275a08373be5f" providerId="LiveId" clId="{441D2578-6AAE-4E85-8A98-413D4C51F29F}" dt="2025-08-15T05:50:34.574" v="1577"/>
          <ac:spMkLst>
            <pc:docMk/>
            <pc:sldMk cId="1767840485" sldId="325"/>
            <ac:spMk id="2" creationId="{2EC81E34-E0F3-2C5B-F8CA-3EC74C252B03}"/>
          </ac:spMkLst>
        </pc:spChg>
        <pc:spChg chg="mod">
          <ac:chgData name="LE HAI DANG" userId="8f3275a08373be5f" providerId="LiveId" clId="{441D2578-6AAE-4E85-8A98-413D4C51F29F}" dt="2025-08-15T05:50:56.373" v="1596" actId="113"/>
          <ac:spMkLst>
            <pc:docMk/>
            <pc:sldMk cId="1767840485" sldId="325"/>
            <ac:spMk id="3" creationId="{E6B02803-905B-677C-A339-F301613B4B32}"/>
          </ac:spMkLst>
        </pc:spChg>
      </pc:sldChg>
      <pc:sldChg chg="addSp delSp modSp add mod">
        <pc:chgData name="LE HAI DANG" userId="8f3275a08373be5f" providerId="LiveId" clId="{441D2578-6AAE-4E85-8A98-413D4C51F29F}" dt="2025-08-15T05:57:24.220" v="1863" actId="20577"/>
        <pc:sldMkLst>
          <pc:docMk/>
          <pc:sldMk cId="361925687" sldId="326"/>
        </pc:sldMkLst>
        <pc:spChg chg="mod">
          <ac:chgData name="LE HAI DANG" userId="8f3275a08373be5f" providerId="LiveId" clId="{441D2578-6AAE-4E85-8A98-413D4C51F29F}" dt="2025-08-15T05:55:13.095" v="1818" actId="20577"/>
          <ac:spMkLst>
            <pc:docMk/>
            <pc:sldMk cId="361925687" sldId="326"/>
            <ac:spMk id="2" creationId="{44D5603D-1A02-2045-F1A8-959FDC3F5CBD}"/>
          </ac:spMkLst>
        </pc:spChg>
        <pc:spChg chg="add mod">
          <ac:chgData name="LE HAI DANG" userId="8f3275a08373be5f" providerId="LiveId" clId="{441D2578-6AAE-4E85-8A98-413D4C51F29F}" dt="2025-08-15T05:57:24.220" v="1863" actId="20577"/>
          <ac:spMkLst>
            <pc:docMk/>
            <pc:sldMk cId="361925687" sldId="326"/>
            <ac:spMk id="5" creationId="{63FDAF4F-0B10-F28D-6AB8-79DFAAB09DFD}"/>
          </ac:spMkLst>
        </pc:spChg>
      </pc:sldChg>
      <pc:sldChg chg="modSp add del">
        <pc:chgData name="LE HAI DANG" userId="8f3275a08373be5f" providerId="LiveId" clId="{441D2578-6AAE-4E85-8A98-413D4C51F29F}" dt="2025-08-15T06:54:30.274" v="3158" actId="2696"/>
        <pc:sldMkLst>
          <pc:docMk/>
          <pc:sldMk cId="2825250706" sldId="327"/>
        </pc:sldMkLst>
      </pc:sldChg>
      <pc:sldChg chg="modSp new mod">
        <pc:chgData name="LE HAI DANG" userId="8f3275a08373be5f" providerId="LiveId" clId="{441D2578-6AAE-4E85-8A98-413D4C51F29F}" dt="2025-08-15T06:17:59.499" v="2349"/>
        <pc:sldMkLst>
          <pc:docMk/>
          <pc:sldMk cId="3695193838" sldId="328"/>
        </pc:sldMkLst>
        <pc:spChg chg="mod">
          <ac:chgData name="LE HAI DANG" userId="8f3275a08373be5f" providerId="LiveId" clId="{441D2578-6AAE-4E85-8A98-413D4C51F29F}" dt="2025-08-15T06:17:44.882" v="2348" actId="20577"/>
          <ac:spMkLst>
            <pc:docMk/>
            <pc:sldMk cId="3695193838" sldId="328"/>
            <ac:spMk id="2" creationId="{7172A4E0-BC6C-B634-B09D-0F90C468E5DC}"/>
          </ac:spMkLst>
        </pc:spChg>
        <pc:spChg chg="mod">
          <ac:chgData name="LE HAI DANG" userId="8f3275a08373be5f" providerId="LiveId" clId="{441D2578-6AAE-4E85-8A98-413D4C51F29F}" dt="2025-08-15T06:17:59.499" v="2349"/>
          <ac:spMkLst>
            <pc:docMk/>
            <pc:sldMk cId="3695193838" sldId="328"/>
            <ac:spMk id="3" creationId="{2433D72C-086C-EDE0-0127-F28D9C785018}"/>
          </ac:spMkLst>
        </pc:spChg>
      </pc:sldChg>
      <pc:sldChg chg="addSp delSp modSp new mod">
        <pc:chgData name="LE HAI DANG" userId="8f3275a08373be5f" providerId="LiveId" clId="{441D2578-6AAE-4E85-8A98-413D4C51F29F}" dt="2025-08-15T06:08:37.022" v="1909" actId="1076"/>
        <pc:sldMkLst>
          <pc:docMk/>
          <pc:sldMk cId="1603988953" sldId="329"/>
        </pc:sldMkLst>
        <pc:spChg chg="mod">
          <ac:chgData name="LE HAI DANG" userId="8f3275a08373be5f" providerId="LiveId" clId="{441D2578-6AAE-4E85-8A98-413D4C51F29F}" dt="2025-08-15T06:08:15.207" v="1905" actId="403"/>
          <ac:spMkLst>
            <pc:docMk/>
            <pc:sldMk cId="1603988953" sldId="329"/>
            <ac:spMk id="2" creationId="{FD664676-5632-0C89-45CD-E859550AF164}"/>
          </ac:spMkLst>
        </pc:spChg>
        <pc:spChg chg="mod">
          <ac:chgData name="LE HAI DANG" userId="8f3275a08373be5f" providerId="LiveId" clId="{441D2578-6AAE-4E85-8A98-413D4C51F29F}" dt="2025-08-15T05:58:42.319" v="1873" actId="20577"/>
          <ac:spMkLst>
            <pc:docMk/>
            <pc:sldMk cId="1603988953" sldId="329"/>
            <ac:spMk id="3" creationId="{CDD3E88B-2CD5-85D0-32E6-99C4929F3001}"/>
          </ac:spMkLst>
        </pc:spChg>
        <pc:picChg chg="add mod">
          <ac:chgData name="LE HAI DANG" userId="8f3275a08373be5f" providerId="LiveId" clId="{441D2578-6AAE-4E85-8A98-413D4C51F29F}" dt="2025-08-15T06:08:37.022" v="1909" actId="1076"/>
          <ac:picMkLst>
            <pc:docMk/>
            <pc:sldMk cId="1603988953" sldId="329"/>
            <ac:picMk id="5" creationId="{806858F8-152D-F0D6-00A5-87813C25DAED}"/>
          </ac:picMkLst>
        </pc:picChg>
      </pc:sldChg>
      <pc:sldChg chg="addSp delSp modSp add mod">
        <pc:chgData name="LE HAI DANG" userId="8f3275a08373be5f" providerId="LiveId" clId="{441D2578-6AAE-4E85-8A98-413D4C51F29F}" dt="2025-08-15T06:12:13.126" v="2267" actId="20577"/>
        <pc:sldMkLst>
          <pc:docMk/>
          <pc:sldMk cId="4122265791" sldId="330"/>
        </pc:sldMkLst>
        <pc:spChg chg="mod">
          <ac:chgData name="LE HAI DANG" userId="8f3275a08373be5f" providerId="LiveId" clId="{441D2578-6AAE-4E85-8A98-413D4C51F29F}" dt="2025-08-15T06:12:00.829" v="2260" actId="20577"/>
          <ac:spMkLst>
            <pc:docMk/>
            <pc:sldMk cId="4122265791" sldId="330"/>
            <ac:spMk id="2" creationId="{B08BE321-B2C0-83DA-7677-1D29A1B13437}"/>
          </ac:spMkLst>
        </pc:spChg>
        <pc:spChg chg="mod">
          <ac:chgData name="LE HAI DANG" userId="8f3275a08373be5f" providerId="LiveId" clId="{441D2578-6AAE-4E85-8A98-413D4C51F29F}" dt="2025-08-15T06:12:13.126" v="2267" actId="20577"/>
          <ac:spMkLst>
            <pc:docMk/>
            <pc:sldMk cId="4122265791" sldId="330"/>
            <ac:spMk id="3" creationId="{87759943-78D1-1E6C-AC1E-CA8D69AD9E6F}"/>
          </ac:spMkLst>
        </pc:spChg>
        <pc:picChg chg="add mod">
          <ac:chgData name="LE HAI DANG" userId="8f3275a08373be5f" providerId="LiveId" clId="{441D2578-6AAE-4E85-8A98-413D4C51F29F}" dt="2025-08-15T06:10:42.606" v="2090" actId="14100"/>
          <ac:picMkLst>
            <pc:docMk/>
            <pc:sldMk cId="4122265791" sldId="330"/>
            <ac:picMk id="7" creationId="{5A807DCA-36DB-901D-C1F0-9FF0BCCCF857}"/>
          </ac:picMkLst>
        </pc:picChg>
      </pc:sldChg>
      <pc:sldChg chg="addSp delSp modSp add mod">
        <pc:chgData name="LE HAI DANG" userId="8f3275a08373be5f" providerId="LiveId" clId="{441D2578-6AAE-4E85-8A98-413D4C51F29F}" dt="2025-08-15T06:53:17.935" v="3149" actId="20577"/>
        <pc:sldMkLst>
          <pc:docMk/>
          <pc:sldMk cId="878212316" sldId="331"/>
        </pc:sldMkLst>
        <pc:spChg chg="mod">
          <ac:chgData name="LE HAI DANG" userId="8f3275a08373be5f" providerId="LiveId" clId="{441D2578-6AAE-4E85-8A98-413D4C51F29F}" dt="2025-08-15T06:10:11.247" v="2081" actId="20577"/>
          <ac:spMkLst>
            <pc:docMk/>
            <pc:sldMk cId="878212316" sldId="331"/>
            <ac:spMk id="2" creationId="{D00080E8-6234-D41A-EF0F-67D498956B58}"/>
          </ac:spMkLst>
        </pc:spChg>
        <pc:spChg chg="mod">
          <ac:chgData name="LE HAI DANG" userId="8f3275a08373be5f" providerId="LiveId" clId="{441D2578-6AAE-4E85-8A98-413D4C51F29F}" dt="2025-08-15T06:53:17.935" v="3149" actId="20577"/>
          <ac:spMkLst>
            <pc:docMk/>
            <pc:sldMk cId="878212316" sldId="331"/>
            <ac:spMk id="3" creationId="{E015019F-E04A-DE85-58DD-4B6478AC55C3}"/>
          </ac:spMkLst>
        </pc:spChg>
        <pc:picChg chg="add mod">
          <ac:chgData name="LE HAI DANG" userId="8f3275a08373be5f" providerId="LiveId" clId="{441D2578-6AAE-4E85-8A98-413D4C51F29F}" dt="2025-08-15T06:07:53.132" v="1899" actId="1076"/>
          <ac:picMkLst>
            <pc:docMk/>
            <pc:sldMk cId="878212316" sldId="331"/>
            <ac:picMk id="6" creationId="{4383D1DD-D0B4-4192-04CA-32EC0465995A}"/>
          </ac:picMkLst>
        </pc:picChg>
      </pc:sldChg>
      <pc:sldChg chg="addSp delSp modSp add mod">
        <pc:chgData name="LE HAI DANG" userId="8f3275a08373be5f" providerId="LiveId" clId="{441D2578-6AAE-4E85-8A98-413D4C51F29F}" dt="2025-08-15T06:13:13.437" v="2281" actId="1076"/>
        <pc:sldMkLst>
          <pc:docMk/>
          <pc:sldMk cId="2265612292" sldId="332"/>
        </pc:sldMkLst>
        <pc:spChg chg="mod">
          <ac:chgData name="LE HAI DANG" userId="8f3275a08373be5f" providerId="LiveId" clId="{441D2578-6AAE-4E85-8A98-413D4C51F29F}" dt="2025-08-15T06:12:50.231" v="2276"/>
          <ac:spMkLst>
            <pc:docMk/>
            <pc:sldMk cId="2265612292" sldId="332"/>
            <ac:spMk id="2" creationId="{B33DFAA9-9A01-4367-7CAA-65D4DEC9313F}"/>
          </ac:spMkLst>
        </pc:spChg>
        <pc:spChg chg="mod">
          <ac:chgData name="LE HAI DANG" userId="8f3275a08373be5f" providerId="LiveId" clId="{441D2578-6AAE-4E85-8A98-413D4C51F29F}" dt="2025-08-15T06:12:31.788" v="2274" actId="20577"/>
          <ac:spMkLst>
            <pc:docMk/>
            <pc:sldMk cId="2265612292" sldId="332"/>
            <ac:spMk id="3" creationId="{666B6EAA-8110-9B25-0AB4-9AD8CF176F99}"/>
          </ac:spMkLst>
        </pc:spChg>
        <pc:picChg chg="add mod">
          <ac:chgData name="LE HAI DANG" userId="8f3275a08373be5f" providerId="LiveId" clId="{441D2578-6AAE-4E85-8A98-413D4C51F29F}" dt="2025-08-15T06:13:13.437" v="2281" actId="1076"/>
          <ac:picMkLst>
            <pc:docMk/>
            <pc:sldMk cId="2265612292" sldId="332"/>
            <ac:picMk id="4" creationId="{AAF74B61-2C7B-7F3F-5AB4-DC7093CB240D}"/>
          </ac:picMkLst>
        </pc:picChg>
      </pc:sldChg>
      <pc:sldChg chg="addSp delSp modSp add mod">
        <pc:chgData name="LE HAI DANG" userId="8f3275a08373be5f" providerId="LiveId" clId="{441D2578-6AAE-4E85-8A98-413D4C51F29F}" dt="2025-08-15T06:16:26.530" v="2302" actId="5793"/>
        <pc:sldMkLst>
          <pc:docMk/>
          <pc:sldMk cId="3030651504" sldId="333"/>
        </pc:sldMkLst>
        <pc:spChg chg="mod">
          <ac:chgData name="LE HAI DANG" userId="8f3275a08373be5f" providerId="LiveId" clId="{441D2578-6AAE-4E85-8A98-413D4C51F29F}" dt="2025-08-15T06:16:26.530" v="2302" actId="5793"/>
          <ac:spMkLst>
            <pc:docMk/>
            <pc:sldMk cId="3030651504" sldId="333"/>
            <ac:spMk id="2" creationId="{6E2F1D80-22BD-51A1-7870-FBC1AE472262}"/>
          </ac:spMkLst>
        </pc:spChg>
        <pc:spChg chg="mod">
          <ac:chgData name="LE HAI DANG" userId="8f3275a08373be5f" providerId="LiveId" clId="{441D2578-6AAE-4E85-8A98-413D4C51F29F}" dt="2025-08-15T06:13:33.836" v="2287" actId="20577"/>
          <ac:spMkLst>
            <pc:docMk/>
            <pc:sldMk cId="3030651504" sldId="333"/>
            <ac:spMk id="3" creationId="{8D930AD3-52C3-5DE8-2CD3-7C2BF7382B86}"/>
          </ac:spMkLst>
        </pc:spChg>
        <pc:picChg chg="add mod">
          <ac:chgData name="LE HAI DANG" userId="8f3275a08373be5f" providerId="LiveId" clId="{441D2578-6AAE-4E85-8A98-413D4C51F29F}" dt="2025-08-15T06:16:20.316" v="2301" actId="1076"/>
          <ac:picMkLst>
            <pc:docMk/>
            <pc:sldMk cId="3030651504" sldId="333"/>
            <ac:picMk id="7" creationId="{235240ED-C96B-3983-D360-8C35AE7A1429}"/>
          </ac:picMkLst>
        </pc:picChg>
      </pc:sldChg>
      <pc:sldChg chg="modSp add mod">
        <pc:chgData name="LE HAI DANG" userId="8f3275a08373be5f" providerId="LiveId" clId="{441D2578-6AAE-4E85-8A98-413D4C51F29F}" dt="2025-08-15T06:18:16.277" v="2353" actId="20577"/>
        <pc:sldMkLst>
          <pc:docMk/>
          <pc:sldMk cId="1828350028" sldId="334"/>
        </pc:sldMkLst>
        <pc:spChg chg="mod">
          <ac:chgData name="LE HAI DANG" userId="8f3275a08373be5f" providerId="LiveId" clId="{441D2578-6AAE-4E85-8A98-413D4C51F29F}" dt="2025-08-15T06:18:16.277" v="2353" actId="20577"/>
          <ac:spMkLst>
            <pc:docMk/>
            <pc:sldMk cId="1828350028" sldId="334"/>
            <ac:spMk id="3" creationId="{25E17194-1711-71B3-A104-4566126FD06F}"/>
          </ac:spMkLst>
        </pc:spChg>
      </pc:sldChg>
      <pc:sldChg chg="modSp add mod">
        <pc:chgData name="LE HAI DANG" userId="8f3275a08373be5f" providerId="LiveId" clId="{441D2578-6AAE-4E85-8A98-413D4C51F29F}" dt="2025-08-15T06:53:58.248" v="3157" actId="20577"/>
        <pc:sldMkLst>
          <pc:docMk/>
          <pc:sldMk cId="1573604667" sldId="335"/>
        </pc:sldMkLst>
        <pc:spChg chg="mod">
          <ac:chgData name="LE HAI DANG" userId="8f3275a08373be5f" providerId="LiveId" clId="{441D2578-6AAE-4E85-8A98-413D4C51F29F}" dt="2025-08-15T06:53:58.248" v="3157" actId="20577"/>
          <ac:spMkLst>
            <pc:docMk/>
            <pc:sldMk cId="1573604667" sldId="335"/>
            <ac:spMk id="3" creationId="{549DC53A-9310-BACB-C163-20DBA8CDB2DC}"/>
          </ac:spMkLst>
        </pc:spChg>
      </pc:sldChg>
      <pc:sldChg chg="modSp add mod">
        <pc:chgData name="LE HAI DANG" userId="8f3275a08373be5f" providerId="LiveId" clId="{441D2578-6AAE-4E85-8A98-413D4C51F29F}" dt="2025-08-15T06:20:10.970" v="2390" actId="20577"/>
        <pc:sldMkLst>
          <pc:docMk/>
          <pc:sldMk cId="898236327" sldId="336"/>
        </pc:sldMkLst>
        <pc:spChg chg="mod">
          <ac:chgData name="LE HAI DANG" userId="8f3275a08373be5f" providerId="LiveId" clId="{441D2578-6AAE-4E85-8A98-413D4C51F29F}" dt="2025-08-15T06:19:50.363" v="2382" actId="20577"/>
          <ac:spMkLst>
            <pc:docMk/>
            <pc:sldMk cId="898236327" sldId="336"/>
            <ac:spMk id="2" creationId="{491204D1-CAED-880D-8273-DF6886B0C3F7}"/>
          </ac:spMkLst>
        </pc:spChg>
        <pc:spChg chg="mod">
          <ac:chgData name="LE HAI DANG" userId="8f3275a08373be5f" providerId="LiveId" clId="{441D2578-6AAE-4E85-8A98-413D4C51F29F}" dt="2025-08-15T06:20:10.970" v="2390" actId="20577"/>
          <ac:spMkLst>
            <pc:docMk/>
            <pc:sldMk cId="898236327" sldId="336"/>
            <ac:spMk id="3" creationId="{1CA54C5B-1DAE-D524-F48A-756C29215E68}"/>
          </ac:spMkLst>
        </pc:spChg>
      </pc:sldChg>
      <pc:sldChg chg="modSp add mod">
        <pc:chgData name="LE HAI DANG" userId="8f3275a08373be5f" providerId="LiveId" clId="{441D2578-6AAE-4E85-8A98-413D4C51F29F}" dt="2025-08-15T06:21:08.357" v="2448" actId="20577"/>
        <pc:sldMkLst>
          <pc:docMk/>
          <pc:sldMk cId="3728673663" sldId="337"/>
        </pc:sldMkLst>
        <pc:spChg chg="mod">
          <ac:chgData name="LE HAI DANG" userId="8f3275a08373be5f" providerId="LiveId" clId="{441D2578-6AAE-4E85-8A98-413D4C51F29F}" dt="2025-08-15T06:21:08.357" v="2448" actId="20577"/>
          <ac:spMkLst>
            <pc:docMk/>
            <pc:sldMk cId="3728673663" sldId="337"/>
            <ac:spMk id="3" creationId="{E67A72C9-F233-47F3-5C10-5F06D6179F29}"/>
          </ac:spMkLst>
        </pc:spChg>
      </pc:sldChg>
      <pc:sldChg chg="addSp delSp modSp add mod">
        <pc:chgData name="LE HAI DANG" userId="8f3275a08373be5f" providerId="LiveId" clId="{441D2578-6AAE-4E85-8A98-413D4C51F29F}" dt="2025-08-15T06:22:00.580" v="2468" actId="14100"/>
        <pc:sldMkLst>
          <pc:docMk/>
          <pc:sldMk cId="2480905722" sldId="338"/>
        </pc:sldMkLst>
        <pc:spChg chg="mod">
          <ac:chgData name="LE HAI DANG" userId="8f3275a08373be5f" providerId="LiveId" clId="{441D2578-6AAE-4E85-8A98-413D4C51F29F}" dt="2025-08-15T06:21:35.710" v="2463" actId="20577"/>
          <ac:spMkLst>
            <pc:docMk/>
            <pc:sldMk cId="2480905722" sldId="338"/>
            <ac:spMk id="2" creationId="{C5E36863-DA44-A1C1-5A22-A4C57EE70E48}"/>
          </ac:spMkLst>
        </pc:spChg>
        <pc:picChg chg="add mod">
          <ac:chgData name="LE HAI DANG" userId="8f3275a08373be5f" providerId="LiveId" clId="{441D2578-6AAE-4E85-8A98-413D4C51F29F}" dt="2025-08-15T06:22:00.580" v="2468" actId="14100"/>
          <ac:picMkLst>
            <pc:docMk/>
            <pc:sldMk cId="2480905722" sldId="338"/>
            <ac:picMk id="4" creationId="{8D33AC86-239C-2808-C1F6-5CF5658D9F58}"/>
          </ac:picMkLst>
        </pc:picChg>
      </pc:sldChg>
      <pc:sldChg chg="addSp delSp modSp add mod">
        <pc:chgData name="LE HAI DANG" userId="8f3275a08373be5f" providerId="LiveId" clId="{441D2578-6AAE-4E85-8A98-413D4C51F29F}" dt="2025-08-15T06:22:43.338" v="2491" actId="14100"/>
        <pc:sldMkLst>
          <pc:docMk/>
          <pc:sldMk cId="1191180795" sldId="339"/>
        </pc:sldMkLst>
        <pc:spChg chg="add del mod">
          <ac:chgData name="LE HAI DANG" userId="8f3275a08373be5f" providerId="LiveId" clId="{441D2578-6AAE-4E85-8A98-413D4C51F29F}" dt="2025-08-15T06:22:32.627" v="2487" actId="478"/>
          <ac:spMkLst>
            <pc:docMk/>
            <pc:sldMk cId="1191180795" sldId="339"/>
            <ac:spMk id="2" creationId="{CC70E905-16AB-AF12-A635-10B5D1691A9D}"/>
          </ac:spMkLst>
        </pc:spChg>
        <pc:picChg chg="add mod">
          <ac:chgData name="LE HAI DANG" userId="8f3275a08373be5f" providerId="LiveId" clId="{441D2578-6AAE-4E85-8A98-413D4C51F29F}" dt="2025-08-15T06:22:43.338" v="2491" actId="14100"/>
          <ac:picMkLst>
            <pc:docMk/>
            <pc:sldMk cId="1191180795" sldId="339"/>
            <ac:picMk id="6" creationId="{1EF6261E-1678-AEAD-F8FD-EC0C0A086336}"/>
          </ac:picMkLst>
        </pc:picChg>
      </pc:sldChg>
      <pc:sldChg chg="modSp add mod">
        <pc:chgData name="LE HAI DANG" userId="8f3275a08373be5f" providerId="LiveId" clId="{441D2578-6AAE-4E85-8A98-413D4C51F29F}" dt="2025-08-15T06:54:43.410" v="3175" actId="20577"/>
        <pc:sldMkLst>
          <pc:docMk/>
          <pc:sldMk cId="282623181" sldId="340"/>
        </pc:sldMkLst>
        <pc:spChg chg="mod">
          <ac:chgData name="LE HAI DANG" userId="8f3275a08373be5f" providerId="LiveId" clId="{441D2578-6AAE-4E85-8A98-413D4C51F29F}" dt="2025-08-15T06:54:43.410" v="3175" actId="20577"/>
          <ac:spMkLst>
            <pc:docMk/>
            <pc:sldMk cId="282623181" sldId="340"/>
            <ac:spMk id="2" creationId="{71EC9210-B68B-A1EE-E9F8-C065D6F5C5AC}"/>
          </ac:spMkLst>
        </pc:spChg>
        <pc:spChg chg="mod">
          <ac:chgData name="LE HAI DANG" userId="8f3275a08373be5f" providerId="LiveId" clId="{441D2578-6AAE-4E85-8A98-413D4C51F29F}" dt="2025-08-15T06:23:35.700" v="2503" actId="20577"/>
          <ac:spMkLst>
            <pc:docMk/>
            <pc:sldMk cId="282623181" sldId="340"/>
            <ac:spMk id="5" creationId="{BDDB886F-DFE3-F774-8585-D422E59F41A5}"/>
          </ac:spMkLst>
        </pc:spChg>
      </pc:sldChg>
      <pc:sldChg chg="addSp delSp modSp add mod">
        <pc:chgData name="LE HAI DANG" userId="8f3275a08373be5f" providerId="LiveId" clId="{441D2578-6AAE-4E85-8A98-413D4C51F29F}" dt="2025-08-15T06:24:27.009" v="2554" actId="14100"/>
        <pc:sldMkLst>
          <pc:docMk/>
          <pc:sldMk cId="3490177393" sldId="341"/>
        </pc:sldMkLst>
        <pc:spChg chg="mod">
          <ac:chgData name="LE HAI DANG" userId="8f3275a08373be5f" providerId="LiveId" clId="{441D2578-6AAE-4E85-8A98-413D4C51F29F}" dt="2025-08-15T06:24:03.086" v="2547" actId="20577"/>
          <ac:spMkLst>
            <pc:docMk/>
            <pc:sldMk cId="3490177393" sldId="341"/>
            <ac:spMk id="2" creationId="{DFB2907E-E71C-9C90-F53A-4FC07BAD255A}"/>
          </ac:spMkLst>
        </pc:spChg>
        <pc:picChg chg="add mod">
          <ac:chgData name="LE HAI DANG" userId="8f3275a08373be5f" providerId="LiveId" clId="{441D2578-6AAE-4E85-8A98-413D4C51F29F}" dt="2025-08-15T06:24:27.009" v="2554" actId="14100"/>
          <ac:picMkLst>
            <pc:docMk/>
            <pc:sldMk cId="3490177393" sldId="341"/>
            <ac:picMk id="6" creationId="{D756C07E-9C2D-5DCC-133A-FDFB141E8477}"/>
          </ac:picMkLst>
        </pc:picChg>
      </pc:sldChg>
      <pc:sldChg chg="addSp delSp modSp add mod">
        <pc:chgData name="LE HAI DANG" userId="8f3275a08373be5f" providerId="LiveId" clId="{441D2578-6AAE-4E85-8A98-413D4C51F29F}" dt="2025-08-15T06:54:59.136" v="3176" actId="14100"/>
        <pc:sldMkLst>
          <pc:docMk/>
          <pc:sldMk cId="769747752" sldId="342"/>
        </pc:sldMkLst>
        <pc:picChg chg="add mod">
          <ac:chgData name="LE HAI DANG" userId="8f3275a08373be5f" providerId="LiveId" clId="{441D2578-6AAE-4E85-8A98-413D4C51F29F}" dt="2025-08-15T06:54:59.136" v="3176" actId="14100"/>
          <ac:picMkLst>
            <pc:docMk/>
            <pc:sldMk cId="769747752" sldId="342"/>
            <ac:picMk id="3" creationId="{A2E62CB7-C992-0AEE-B9F9-49DB075023D5}"/>
          </ac:picMkLst>
        </pc:picChg>
      </pc:sldChg>
      <pc:sldChg chg="addSp delSp modSp add mod">
        <pc:chgData name="LE HAI DANG" userId="8f3275a08373be5f" providerId="LiveId" clId="{441D2578-6AAE-4E85-8A98-413D4C51F29F}" dt="2025-08-15T06:55:29.896" v="3177" actId="14100"/>
        <pc:sldMkLst>
          <pc:docMk/>
          <pc:sldMk cId="2403474123" sldId="343"/>
        </pc:sldMkLst>
        <pc:picChg chg="add mod">
          <ac:chgData name="LE HAI DANG" userId="8f3275a08373be5f" providerId="LiveId" clId="{441D2578-6AAE-4E85-8A98-413D4C51F29F}" dt="2025-08-15T06:55:29.896" v="3177" actId="14100"/>
          <ac:picMkLst>
            <pc:docMk/>
            <pc:sldMk cId="2403474123" sldId="343"/>
            <ac:picMk id="4" creationId="{40F68FB5-472B-7127-102D-CF2B7F7B1FFD}"/>
          </ac:picMkLst>
        </pc:picChg>
      </pc:sldChg>
      <pc:sldChg chg="addSp delSp modSp add mod">
        <pc:chgData name="LE HAI DANG" userId="8f3275a08373be5f" providerId="LiveId" clId="{441D2578-6AAE-4E85-8A98-413D4C51F29F}" dt="2025-08-15T06:55:49.714" v="3178" actId="1076"/>
        <pc:sldMkLst>
          <pc:docMk/>
          <pc:sldMk cId="2426264611" sldId="344"/>
        </pc:sldMkLst>
        <pc:spChg chg="mod">
          <ac:chgData name="LE HAI DANG" userId="8f3275a08373be5f" providerId="LiveId" clId="{441D2578-6AAE-4E85-8A98-413D4C51F29F}" dt="2025-08-15T06:26:49.439" v="2566"/>
          <ac:spMkLst>
            <pc:docMk/>
            <pc:sldMk cId="2426264611" sldId="344"/>
            <ac:spMk id="2" creationId="{4C259624-863B-5D18-ADEC-9B9BE97C8680}"/>
          </ac:spMkLst>
        </pc:spChg>
        <pc:picChg chg="add mod">
          <ac:chgData name="LE HAI DANG" userId="8f3275a08373be5f" providerId="LiveId" clId="{441D2578-6AAE-4E85-8A98-413D4C51F29F}" dt="2025-08-15T06:55:49.714" v="3178" actId="1076"/>
          <ac:picMkLst>
            <pc:docMk/>
            <pc:sldMk cId="2426264611" sldId="344"/>
            <ac:picMk id="5" creationId="{19CE51F4-3255-1A6D-3D98-5CE2B2A5BAD5}"/>
          </ac:picMkLst>
        </pc:picChg>
      </pc:sldChg>
      <pc:sldChg chg="addSp delSp modSp add mod">
        <pc:chgData name="LE HAI DANG" userId="8f3275a08373be5f" providerId="LiveId" clId="{441D2578-6AAE-4E85-8A98-413D4C51F29F}" dt="2025-08-15T06:27:44.119" v="2575" actId="14100"/>
        <pc:sldMkLst>
          <pc:docMk/>
          <pc:sldMk cId="2053392328" sldId="345"/>
        </pc:sldMkLst>
        <pc:picChg chg="add mod">
          <ac:chgData name="LE HAI DANG" userId="8f3275a08373be5f" providerId="LiveId" clId="{441D2578-6AAE-4E85-8A98-413D4C51F29F}" dt="2025-08-15T06:27:44.119" v="2575" actId="14100"/>
          <ac:picMkLst>
            <pc:docMk/>
            <pc:sldMk cId="2053392328" sldId="345"/>
            <ac:picMk id="3" creationId="{DBFAD001-FC01-6B78-FDF6-00B2C3276004}"/>
          </ac:picMkLst>
        </pc:picChg>
      </pc:sldChg>
      <pc:sldChg chg="addSp delSp modSp add mod modClrScheme chgLayout">
        <pc:chgData name="LE HAI DANG" userId="8f3275a08373be5f" providerId="LiveId" clId="{441D2578-6AAE-4E85-8A98-413D4C51F29F}" dt="2025-08-15T06:28:15.024" v="2579" actId="26606"/>
        <pc:sldMkLst>
          <pc:docMk/>
          <pc:sldMk cId="3239582359" sldId="346"/>
        </pc:sldMkLst>
        <pc:spChg chg="mod">
          <ac:chgData name="LE HAI DANG" userId="8f3275a08373be5f" providerId="LiveId" clId="{441D2578-6AAE-4E85-8A98-413D4C51F29F}" dt="2025-08-15T06:28:15.024" v="2579" actId="26606"/>
          <ac:spMkLst>
            <pc:docMk/>
            <pc:sldMk cId="3239582359" sldId="346"/>
            <ac:spMk id="2" creationId="{EB32D2DB-6BD2-8D44-4497-231A5382C102}"/>
          </ac:spMkLst>
        </pc:spChg>
        <pc:picChg chg="add mod">
          <ac:chgData name="LE HAI DANG" userId="8f3275a08373be5f" providerId="LiveId" clId="{441D2578-6AAE-4E85-8A98-413D4C51F29F}" dt="2025-08-15T06:28:15.024" v="2579" actId="26606"/>
          <ac:picMkLst>
            <pc:docMk/>
            <pc:sldMk cId="3239582359" sldId="346"/>
            <ac:picMk id="4" creationId="{8FD8B56C-8E5A-F726-C211-3BED69D89EC1}"/>
          </ac:picMkLst>
        </pc:picChg>
      </pc:sldChg>
      <pc:sldChg chg="addSp delSp modSp add mod">
        <pc:chgData name="LE HAI DANG" userId="8f3275a08373be5f" providerId="LiveId" clId="{441D2578-6AAE-4E85-8A98-413D4C51F29F}" dt="2025-08-15T06:28:53.362" v="2585" actId="14100"/>
        <pc:sldMkLst>
          <pc:docMk/>
          <pc:sldMk cId="4260966245" sldId="347"/>
        </pc:sldMkLst>
        <pc:spChg chg="mod">
          <ac:chgData name="LE HAI DANG" userId="8f3275a08373be5f" providerId="LiveId" clId="{441D2578-6AAE-4E85-8A98-413D4C51F29F}" dt="2025-08-15T06:28:29.189" v="2581"/>
          <ac:spMkLst>
            <pc:docMk/>
            <pc:sldMk cId="4260966245" sldId="347"/>
            <ac:spMk id="2" creationId="{D9D01530-241B-94EA-528E-50B1A20CFCC5}"/>
          </ac:spMkLst>
        </pc:spChg>
        <pc:picChg chg="add mod">
          <ac:chgData name="LE HAI DANG" userId="8f3275a08373be5f" providerId="LiveId" clId="{441D2578-6AAE-4E85-8A98-413D4C51F29F}" dt="2025-08-15T06:28:53.362" v="2585" actId="14100"/>
          <ac:picMkLst>
            <pc:docMk/>
            <pc:sldMk cId="4260966245" sldId="347"/>
            <ac:picMk id="5" creationId="{B5A549DD-2902-E424-2051-6203C5D01460}"/>
          </ac:picMkLst>
        </pc:picChg>
      </pc:sldChg>
      <pc:sldChg chg="addSp delSp modSp add mod">
        <pc:chgData name="LE HAI DANG" userId="8f3275a08373be5f" providerId="LiveId" clId="{441D2578-6AAE-4E85-8A98-413D4C51F29F}" dt="2025-08-15T06:29:12.128" v="2590" actId="14100"/>
        <pc:sldMkLst>
          <pc:docMk/>
          <pc:sldMk cId="716378271" sldId="348"/>
        </pc:sldMkLst>
        <pc:picChg chg="add mod">
          <ac:chgData name="LE HAI DANG" userId="8f3275a08373be5f" providerId="LiveId" clId="{441D2578-6AAE-4E85-8A98-413D4C51F29F}" dt="2025-08-15T06:29:12.128" v="2590" actId="14100"/>
          <ac:picMkLst>
            <pc:docMk/>
            <pc:sldMk cId="716378271" sldId="348"/>
            <ac:picMk id="3" creationId="{4FB7D7C7-6808-852A-1AF2-36A612A499B9}"/>
          </ac:picMkLst>
        </pc:picChg>
      </pc:sldChg>
      <pc:sldChg chg="addSp delSp modSp add mod">
        <pc:chgData name="LE HAI DANG" userId="8f3275a08373be5f" providerId="LiveId" clId="{441D2578-6AAE-4E85-8A98-413D4C51F29F}" dt="2025-08-15T06:29:31.102" v="2595" actId="14100"/>
        <pc:sldMkLst>
          <pc:docMk/>
          <pc:sldMk cId="2041150071" sldId="349"/>
        </pc:sldMkLst>
        <pc:picChg chg="add mod">
          <ac:chgData name="LE HAI DANG" userId="8f3275a08373be5f" providerId="LiveId" clId="{441D2578-6AAE-4E85-8A98-413D4C51F29F}" dt="2025-08-15T06:29:31.102" v="2595" actId="14100"/>
          <ac:picMkLst>
            <pc:docMk/>
            <pc:sldMk cId="2041150071" sldId="349"/>
            <ac:picMk id="4" creationId="{16488878-1DEF-398D-2E72-7406254CEB0B}"/>
          </ac:picMkLst>
        </pc:picChg>
      </pc:sldChg>
      <pc:sldChg chg="addSp delSp modSp add mod">
        <pc:chgData name="LE HAI DANG" userId="8f3275a08373be5f" providerId="LiveId" clId="{441D2578-6AAE-4E85-8A98-413D4C51F29F}" dt="2025-08-15T06:30:14.975" v="2601" actId="14100"/>
        <pc:sldMkLst>
          <pc:docMk/>
          <pc:sldMk cId="2991448082" sldId="350"/>
        </pc:sldMkLst>
        <pc:spChg chg="mod">
          <ac:chgData name="LE HAI DANG" userId="8f3275a08373be5f" providerId="LiveId" clId="{441D2578-6AAE-4E85-8A98-413D4C51F29F}" dt="2025-08-15T06:29:51.650" v="2597"/>
          <ac:spMkLst>
            <pc:docMk/>
            <pc:sldMk cId="2991448082" sldId="350"/>
            <ac:spMk id="2" creationId="{1892530F-6C42-F80F-DED4-CC3171750B80}"/>
          </ac:spMkLst>
        </pc:spChg>
        <pc:picChg chg="add mod">
          <ac:chgData name="LE HAI DANG" userId="8f3275a08373be5f" providerId="LiveId" clId="{441D2578-6AAE-4E85-8A98-413D4C51F29F}" dt="2025-08-15T06:30:14.975" v="2601" actId="14100"/>
          <ac:picMkLst>
            <pc:docMk/>
            <pc:sldMk cId="2991448082" sldId="350"/>
            <ac:picMk id="5" creationId="{951D3DA5-852F-A539-C379-CF5B58C7642F}"/>
          </ac:picMkLst>
        </pc:picChg>
      </pc:sldChg>
      <pc:sldChg chg="addSp delSp modSp add mod">
        <pc:chgData name="LE HAI DANG" userId="8f3275a08373be5f" providerId="LiveId" clId="{441D2578-6AAE-4E85-8A98-413D4C51F29F}" dt="2025-08-15T06:30:46.311" v="2607" actId="1076"/>
        <pc:sldMkLst>
          <pc:docMk/>
          <pc:sldMk cId="2349542813" sldId="351"/>
        </pc:sldMkLst>
        <pc:picChg chg="add mod">
          <ac:chgData name="LE HAI DANG" userId="8f3275a08373be5f" providerId="LiveId" clId="{441D2578-6AAE-4E85-8A98-413D4C51F29F}" dt="2025-08-15T06:30:46.311" v="2607" actId="1076"/>
          <ac:picMkLst>
            <pc:docMk/>
            <pc:sldMk cId="2349542813" sldId="351"/>
            <ac:picMk id="3" creationId="{15F126AD-F386-95D4-32AA-B89DFE1A8511}"/>
          </ac:picMkLst>
        </pc:picChg>
      </pc:sldChg>
      <pc:sldChg chg="addSp delSp modSp add mod">
        <pc:chgData name="LE HAI DANG" userId="8f3275a08373be5f" providerId="LiveId" clId="{441D2578-6AAE-4E85-8A98-413D4C51F29F}" dt="2025-08-15T06:57:04.644" v="3182" actId="1076"/>
        <pc:sldMkLst>
          <pc:docMk/>
          <pc:sldMk cId="3328545890" sldId="352"/>
        </pc:sldMkLst>
        <pc:picChg chg="add mod">
          <ac:chgData name="LE HAI DANG" userId="8f3275a08373be5f" providerId="LiveId" clId="{441D2578-6AAE-4E85-8A98-413D4C51F29F}" dt="2025-08-15T06:57:04.644" v="3182" actId="1076"/>
          <ac:picMkLst>
            <pc:docMk/>
            <pc:sldMk cId="3328545890" sldId="352"/>
            <ac:picMk id="5" creationId="{7A068D17-8948-834B-FC8A-32F3B690DA9A}"/>
          </ac:picMkLst>
        </pc:picChg>
      </pc:sldChg>
      <pc:sldChg chg="addSp modSp add mod">
        <pc:chgData name="LE HAI DANG" userId="8f3275a08373be5f" providerId="LiveId" clId="{441D2578-6AAE-4E85-8A98-413D4C51F29F}" dt="2025-08-15T06:34:14.453" v="2614" actId="14100"/>
        <pc:sldMkLst>
          <pc:docMk/>
          <pc:sldMk cId="2528770806" sldId="353"/>
        </pc:sldMkLst>
        <pc:spChg chg="mod">
          <ac:chgData name="LE HAI DANG" userId="8f3275a08373be5f" providerId="LiveId" clId="{441D2578-6AAE-4E85-8A98-413D4C51F29F}" dt="2025-08-15T06:33:57.089" v="2611"/>
          <ac:spMkLst>
            <pc:docMk/>
            <pc:sldMk cId="2528770806" sldId="353"/>
            <ac:spMk id="2" creationId="{4AA90CD3-FD16-1B8C-479B-020C1460D2FE}"/>
          </ac:spMkLst>
        </pc:spChg>
        <pc:picChg chg="add mod">
          <ac:chgData name="LE HAI DANG" userId="8f3275a08373be5f" providerId="LiveId" clId="{441D2578-6AAE-4E85-8A98-413D4C51F29F}" dt="2025-08-15T06:34:14.453" v="2614" actId="14100"/>
          <ac:picMkLst>
            <pc:docMk/>
            <pc:sldMk cId="2528770806" sldId="353"/>
            <ac:picMk id="4" creationId="{1221DDB3-147F-5D84-57B4-0E6EDDC68CF2}"/>
          </ac:picMkLst>
        </pc:picChg>
      </pc:sldChg>
      <pc:sldChg chg="addSp delSp modSp add mod">
        <pc:chgData name="LE HAI DANG" userId="8f3275a08373be5f" providerId="LiveId" clId="{441D2578-6AAE-4E85-8A98-413D4C51F29F}" dt="2025-08-15T06:35:35.989" v="2620" actId="1076"/>
        <pc:sldMkLst>
          <pc:docMk/>
          <pc:sldMk cId="3861460605" sldId="354"/>
        </pc:sldMkLst>
        <pc:picChg chg="add mod">
          <ac:chgData name="LE HAI DANG" userId="8f3275a08373be5f" providerId="LiveId" clId="{441D2578-6AAE-4E85-8A98-413D4C51F29F}" dt="2025-08-15T06:35:35.989" v="2620" actId="1076"/>
          <ac:picMkLst>
            <pc:docMk/>
            <pc:sldMk cId="3861460605" sldId="354"/>
            <ac:picMk id="3" creationId="{EC761CD5-9736-0CC6-4EBB-C0F5A7E10208}"/>
          </ac:picMkLst>
        </pc:picChg>
      </pc:sldChg>
      <pc:sldChg chg="addSp delSp modSp add mod">
        <pc:chgData name="LE HAI DANG" userId="8f3275a08373be5f" providerId="LiveId" clId="{441D2578-6AAE-4E85-8A98-413D4C51F29F}" dt="2025-08-15T06:57:13.700" v="3184" actId="14100"/>
        <pc:sldMkLst>
          <pc:docMk/>
          <pc:sldMk cId="906670811" sldId="355"/>
        </pc:sldMkLst>
        <pc:picChg chg="add mod">
          <ac:chgData name="LE HAI DANG" userId="8f3275a08373be5f" providerId="LiveId" clId="{441D2578-6AAE-4E85-8A98-413D4C51F29F}" dt="2025-08-15T06:57:13.700" v="3184" actId="14100"/>
          <ac:picMkLst>
            <pc:docMk/>
            <pc:sldMk cId="906670811" sldId="355"/>
            <ac:picMk id="4" creationId="{58B65709-884A-1BC3-6471-965A266A0503}"/>
          </ac:picMkLst>
        </pc:picChg>
      </pc:sldChg>
      <pc:sldChg chg="addSp delSp modSp add mod">
        <pc:chgData name="LE HAI DANG" userId="8f3275a08373be5f" providerId="LiveId" clId="{441D2578-6AAE-4E85-8A98-413D4C51F29F}" dt="2025-08-15T06:36:53.859" v="2636" actId="1076"/>
        <pc:sldMkLst>
          <pc:docMk/>
          <pc:sldMk cId="4272702224" sldId="356"/>
        </pc:sldMkLst>
        <pc:spChg chg="add del mod">
          <ac:chgData name="LE HAI DANG" userId="8f3275a08373be5f" providerId="LiveId" clId="{441D2578-6AAE-4E85-8A98-413D4C51F29F}" dt="2025-08-15T06:36:39.285" v="2631" actId="478"/>
          <ac:spMkLst>
            <pc:docMk/>
            <pc:sldMk cId="4272702224" sldId="356"/>
            <ac:spMk id="2" creationId="{A932577C-C250-A2EF-07B5-432C34BD7AC8}"/>
          </ac:spMkLst>
        </pc:spChg>
        <pc:picChg chg="add mod">
          <ac:chgData name="LE HAI DANG" userId="8f3275a08373be5f" providerId="LiveId" clId="{441D2578-6AAE-4E85-8A98-413D4C51F29F}" dt="2025-08-15T06:36:53.859" v="2636" actId="1076"/>
          <ac:picMkLst>
            <pc:docMk/>
            <pc:sldMk cId="4272702224" sldId="356"/>
            <ac:picMk id="7" creationId="{71B1D8B0-0027-D3EF-C947-BFDE5B06B83F}"/>
          </ac:picMkLst>
        </pc:picChg>
      </pc:sldChg>
      <pc:sldChg chg="addSp delSp modSp add mod">
        <pc:chgData name="LE HAI DANG" userId="8f3275a08373be5f" providerId="LiveId" clId="{441D2578-6AAE-4E85-8A98-413D4C51F29F}" dt="2025-08-15T06:37:09.054" v="2641" actId="14100"/>
        <pc:sldMkLst>
          <pc:docMk/>
          <pc:sldMk cId="3210747554" sldId="357"/>
        </pc:sldMkLst>
        <pc:picChg chg="add mod">
          <ac:chgData name="LE HAI DANG" userId="8f3275a08373be5f" providerId="LiveId" clId="{441D2578-6AAE-4E85-8A98-413D4C51F29F}" dt="2025-08-15T06:37:09.054" v="2641" actId="14100"/>
          <ac:picMkLst>
            <pc:docMk/>
            <pc:sldMk cId="3210747554" sldId="357"/>
            <ac:picMk id="3" creationId="{213C4781-F3D4-861F-8CEC-468C07EDA50E}"/>
          </ac:picMkLst>
        </pc:picChg>
      </pc:sldChg>
      <pc:sldChg chg="addSp delSp modSp add mod">
        <pc:chgData name="LE HAI DANG" userId="8f3275a08373be5f" providerId="LiveId" clId="{441D2578-6AAE-4E85-8A98-413D4C51F29F}" dt="2025-08-15T06:38:14.580" v="2645" actId="1076"/>
        <pc:sldMkLst>
          <pc:docMk/>
          <pc:sldMk cId="2630533323" sldId="358"/>
        </pc:sldMkLst>
        <pc:picChg chg="add mod">
          <ac:chgData name="LE HAI DANG" userId="8f3275a08373be5f" providerId="LiveId" clId="{441D2578-6AAE-4E85-8A98-413D4C51F29F}" dt="2025-08-15T06:38:14.580" v="2645" actId="1076"/>
          <ac:picMkLst>
            <pc:docMk/>
            <pc:sldMk cId="2630533323" sldId="358"/>
            <ac:picMk id="5" creationId="{06356D6C-B6EE-0A6D-289E-047E6FC14368}"/>
          </ac:picMkLst>
        </pc:picChg>
      </pc:sldChg>
      <pc:sldChg chg="modSp new mod">
        <pc:chgData name="LE HAI DANG" userId="8f3275a08373be5f" providerId="LiveId" clId="{441D2578-6AAE-4E85-8A98-413D4C51F29F}" dt="2025-08-15T06:39:02.779" v="2676" actId="20577"/>
        <pc:sldMkLst>
          <pc:docMk/>
          <pc:sldMk cId="2501809924" sldId="359"/>
        </pc:sldMkLst>
        <pc:spChg chg="mod">
          <ac:chgData name="LE HAI DANG" userId="8f3275a08373be5f" providerId="LiveId" clId="{441D2578-6AAE-4E85-8A98-413D4C51F29F}" dt="2025-08-15T06:38:46.744" v="2648" actId="20577"/>
          <ac:spMkLst>
            <pc:docMk/>
            <pc:sldMk cId="2501809924" sldId="359"/>
            <ac:spMk id="2" creationId="{C14FDD10-6057-E6A2-CC8D-D5D23A9379A4}"/>
          </ac:spMkLst>
        </pc:spChg>
        <pc:spChg chg="mod">
          <ac:chgData name="LE HAI DANG" userId="8f3275a08373be5f" providerId="LiveId" clId="{441D2578-6AAE-4E85-8A98-413D4C51F29F}" dt="2025-08-15T06:39:02.779" v="2676" actId="20577"/>
          <ac:spMkLst>
            <pc:docMk/>
            <pc:sldMk cId="2501809924" sldId="359"/>
            <ac:spMk id="3" creationId="{7CE39FCE-15C5-BF24-D357-D8E571E289C4}"/>
          </ac:spMkLst>
        </pc:spChg>
      </pc:sldChg>
      <pc:sldChg chg="addSp delSp modSp new mod">
        <pc:chgData name="LE HAI DANG" userId="8f3275a08373be5f" providerId="LiveId" clId="{441D2578-6AAE-4E85-8A98-413D4C51F29F}" dt="2025-08-15T06:39:46.203" v="2685" actId="1076"/>
        <pc:sldMkLst>
          <pc:docMk/>
          <pc:sldMk cId="1201754694" sldId="360"/>
        </pc:sldMkLst>
        <pc:spChg chg="mod">
          <ac:chgData name="LE HAI DANG" userId="8f3275a08373be5f" providerId="LiveId" clId="{441D2578-6AAE-4E85-8A98-413D4C51F29F}" dt="2025-08-15T06:39:23.388" v="2679" actId="20577"/>
          <ac:spMkLst>
            <pc:docMk/>
            <pc:sldMk cId="1201754694" sldId="360"/>
            <ac:spMk id="2" creationId="{A0C7C6A2-531B-7B22-294F-05963FACBCA1}"/>
          </ac:spMkLst>
        </pc:spChg>
        <pc:picChg chg="add mod">
          <ac:chgData name="LE HAI DANG" userId="8f3275a08373be5f" providerId="LiveId" clId="{441D2578-6AAE-4E85-8A98-413D4C51F29F}" dt="2025-08-15T06:39:46.203" v="2685" actId="1076"/>
          <ac:picMkLst>
            <pc:docMk/>
            <pc:sldMk cId="1201754694" sldId="360"/>
            <ac:picMk id="4" creationId="{5E750FA4-DAF3-4C2F-A3D6-4704AE1FF598}"/>
          </ac:picMkLst>
        </pc:picChg>
      </pc:sldChg>
      <pc:sldChg chg="addSp delSp modSp add mod">
        <pc:chgData name="LE HAI DANG" userId="8f3275a08373be5f" providerId="LiveId" clId="{441D2578-6AAE-4E85-8A98-413D4C51F29F}" dt="2025-08-15T06:40:23.718" v="2757" actId="20577"/>
        <pc:sldMkLst>
          <pc:docMk/>
          <pc:sldMk cId="2964634928" sldId="361"/>
        </pc:sldMkLst>
        <pc:spChg chg="mod">
          <ac:chgData name="LE HAI DANG" userId="8f3275a08373be5f" providerId="LiveId" clId="{441D2578-6AAE-4E85-8A98-413D4C51F29F}" dt="2025-08-15T06:40:23.718" v="2757" actId="20577"/>
          <ac:spMkLst>
            <pc:docMk/>
            <pc:sldMk cId="2964634928" sldId="361"/>
            <ac:spMk id="2" creationId="{D5354755-3A35-4546-DC7C-6346399F87A7}"/>
          </ac:spMkLst>
        </pc:spChg>
        <pc:picChg chg="add mod">
          <ac:chgData name="LE HAI DANG" userId="8f3275a08373be5f" providerId="LiveId" clId="{441D2578-6AAE-4E85-8A98-413D4C51F29F}" dt="2025-08-15T06:40:05.815" v="2690" actId="14100"/>
          <ac:picMkLst>
            <pc:docMk/>
            <pc:sldMk cId="2964634928" sldId="361"/>
            <ac:picMk id="3" creationId="{56101CFE-3766-C61D-B2A9-4E805A728B84}"/>
          </ac:picMkLst>
        </pc:picChg>
      </pc:sldChg>
      <pc:sldChg chg="delSp modSp new mod">
        <pc:chgData name="LE HAI DANG" userId="8f3275a08373be5f" providerId="LiveId" clId="{441D2578-6AAE-4E85-8A98-413D4C51F29F}" dt="2025-08-15T06:50:11.707" v="3099" actId="113"/>
        <pc:sldMkLst>
          <pc:docMk/>
          <pc:sldMk cId="1449705295" sldId="362"/>
        </pc:sldMkLst>
        <pc:spChg chg="mod">
          <ac:chgData name="LE HAI DANG" userId="8f3275a08373be5f" providerId="LiveId" clId="{441D2578-6AAE-4E85-8A98-413D4C51F29F}" dt="2025-08-15T06:50:11.707" v="3099" actId="113"/>
          <ac:spMkLst>
            <pc:docMk/>
            <pc:sldMk cId="1449705295" sldId="362"/>
            <ac:spMk id="3" creationId="{7F78EAF6-04C4-7D16-1D74-BB81E8226CBD}"/>
          </ac:spMkLst>
        </pc:spChg>
      </pc:sldChg>
      <pc:sldChg chg="modSp new mod">
        <pc:chgData name="LE HAI DANG" userId="8f3275a08373be5f" providerId="LiveId" clId="{441D2578-6AAE-4E85-8A98-413D4C51F29F}" dt="2025-08-15T07:09:19.876" v="4193" actId="20577"/>
        <pc:sldMkLst>
          <pc:docMk/>
          <pc:sldMk cId="1395530665" sldId="363"/>
        </pc:sldMkLst>
        <pc:spChg chg="mod">
          <ac:chgData name="LE HAI DANG" userId="8f3275a08373be5f" providerId="LiveId" clId="{441D2578-6AAE-4E85-8A98-413D4C51F29F}" dt="2025-08-15T07:02:54.399" v="3323" actId="20577"/>
          <ac:spMkLst>
            <pc:docMk/>
            <pc:sldMk cId="1395530665" sldId="363"/>
            <ac:spMk id="2" creationId="{2A96CC54-594C-39E2-BA53-F8731364FD13}"/>
          </ac:spMkLst>
        </pc:spChg>
        <pc:spChg chg="mod">
          <ac:chgData name="LE HAI DANG" userId="8f3275a08373be5f" providerId="LiveId" clId="{441D2578-6AAE-4E85-8A98-413D4C51F29F}" dt="2025-08-15T07:09:19.876" v="4193" actId="20577"/>
          <ac:spMkLst>
            <pc:docMk/>
            <pc:sldMk cId="1395530665" sldId="363"/>
            <ac:spMk id="3" creationId="{A60AD2A7-88E0-F0D4-7D1F-3F68228F1E9A}"/>
          </ac:spMkLst>
        </pc:spChg>
      </pc:sldChg>
      <pc:sldChg chg="delSp add del mod">
        <pc:chgData name="LE HAI DANG" userId="8f3275a08373be5f" providerId="LiveId" clId="{441D2578-6AAE-4E85-8A98-413D4C51F29F}" dt="2025-08-15T07:02:31.678" v="3270" actId="2696"/>
        <pc:sldMkLst>
          <pc:docMk/>
          <pc:sldMk cId="1580644005" sldId="363"/>
        </pc:sldMkLst>
      </pc:sldChg>
      <pc:sldChg chg="modSp add mod">
        <pc:chgData name="LE HAI DANG" userId="8f3275a08373be5f" providerId="LiveId" clId="{441D2578-6AAE-4E85-8A98-413D4C51F29F}" dt="2025-08-15T07:19:46.272" v="4279" actId="20577"/>
        <pc:sldMkLst>
          <pc:docMk/>
          <pc:sldMk cId="1976533934" sldId="364"/>
        </pc:sldMkLst>
      </pc:sldChg>
      <pc:sldChg chg="addSp delSp modSp add mod modClrScheme chgLayout">
        <pc:chgData name="LE HAI DANG" userId="8f3275a08373be5f" providerId="LiveId" clId="{441D2578-6AAE-4E85-8A98-413D4C51F29F}" dt="2025-08-23T03:27:35.103" v="4286" actId="26606"/>
        <pc:sldMkLst>
          <pc:docMk/>
          <pc:sldMk cId="2321985111" sldId="378"/>
        </pc:sldMkLst>
        <pc:spChg chg="del">
          <ac:chgData name="LE HAI DANG" userId="8f3275a08373be5f" providerId="LiveId" clId="{441D2578-6AAE-4E85-8A98-413D4C51F29F}" dt="2025-08-23T03:27:22.925" v="4283" actId="478"/>
          <ac:spMkLst>
            <pc:docMk/>
            <pc:sldMk cId="2321985111" sldId="378"/>
            <ac:spMk id="2" creationId="{6385486F-189C-BF61-1B6C-8BBC2E23787D}"/>
          </ac:spMkLst>
        </pc:spChg>
        <pc:spChg chg="del mod">
          <ac:chgData name="LE HAI DANG" userId="8f3275a08373be5f" providerId="LiveId" clId="{441D2578-6AAE-4E85-8A98-413D4C51F29F}" dt="2025-08-23T03:27:20.238" v="4282" actId="478"/>
          <ac:spMkLst>
            <pc:docMk/>
            <pc:sldMk cId="2321985111" sldId="378"/>
            <ac:spMk id="3" creationId="{7B65CF22-C970-327B-B380-34F866228C3C}"/>
          </ac:spMkLst>
        </pc:spChg>
        <pc:spChg chg="add del mod">
          <ac:chgData name="LE HAI DANG" userId="8f3275a08373be5f" providerId="LiveId" clId="{441D2578-6AAE-4E85-8A98-413D4C51F29F}" dt="2025-08-23T03:27:24.948" v="4284" actId="478"/>
          <ac:spMkLst>
            <pc:docMk/>
            <pc:sldMk cId="2321985111" sldId="378"/>
            <ac:spMk id="5" creationId="{CD98914A-94A6-F306-8FFA-A43C2BC893D6}"/>
          </ac:spMkLst>
        </pc:spChg>
        <pc:picChg chg="add mod">
          <ac:chgData name="LE HAI DANG" userId="8f3275a08373be5f" providerId="LiveId" clId="{441D2578-6AAE-4E85-8A98-413D4C51F29F}" dt="2025-08-23T03:27:35.103" v="4286" actId="26606"/>
          <ac:picMkLst>
            <pc:docMk/>
            <pc:sldMk cId="2321985111" sldId="378"/>
            <ac:picMk id="7" creationId="{A9510D3F-EEC6-96D0-18C5-072C13A0A0ED}"/>
          </ac:picMkLst>
        </pc:picChg>
      </pc:sldChg>
    </pc:docChg>
  </pc:docChgLst>
  <pc:docChgLst>
    <pc:chgData name="LE HAI DANG" userId="8f3275a08373be5f" providerId="LiveId" clId="{0559F707-C9D6-4D9E-874C-6C8FF627A993}"/>
    <pc:docChg chg="undo redo custSel addSld delSld modSld">
      <pc:chgData name="LE HAI DANG" userId="8f3275a08373be5f" providerId="LiveId" clId="{0559F707-C9D6-4D9E-874C-6C8FF627A993}" dt="2025-04-24T17:05:46.330" v="8842" actId="2696"/>
      <pc:docMkLst>
        <pc:docMk/>
      </pc:docMkLst>
      <pc:sldChg chg="modSp mod modAnim">
        <pc:chgData name="LE HAI DANG" userId="8f3275a08373be5f" providerId="LiveId" clId="{0559F707-C9D6-4D9E-874C-6C8FF627A993}" dt="2025-04-24T01:32:50.061" v="7809" actId="20577"/>
        <pc:sldMkLst>
          <pc:docMk/>
          <pc:sldMk cId="2203357190" sldId="257"/>
        </pc:sldMkLst>
      </pc:sldChg>
      <pc:sldChg chg="modSp mod">
        <pc:chgData name="LE HAI DANG" userId="8f3275a08373be5f" providerId="LiveId" clId="{0559F707-C9D6-4D9E-874C-6C8FF627A993}" dt="2025-04-24T14:55:53.141" v="7884" actId="113"/>
        <pc:sldMkLst>
          <pc:docMk/>
          <pc:sldMk cId="1856429581" sldId="270"/>
        </pc:sldMkLst>
      </pc:sldChg>
      <pc:sldChg chg="addSp delSp modSp mod">
        <pc:chgData name="LE HAI DANG" userId="8f3275a08373be5f" providerId="LiveId" clId="{0559F707-C9D6-4D9E-874C-6C8FF627A993}" dt="2025-04-23T06:28:01.897" v="2960" actId="113"/>
        <pc:sldMkLst>
          <pc:docMk/>
          <pc:sldMk cId="4034275765" sldId="271"/>
        </pc:sldMkLst>
      </pc:sldChg>
      <pc:sldChg chg="addSp delSp modSp mod">
        <pc:chgData name="LE HAI DANG" userId="8f3275a08373be5f" providerId="LiveId" clId="{0559F707-C9D6-4D9E-874C-6C8FF627A993}" dt="2025-04-24T14:57:21.789" v="7893" actId="113"/>
        <pc:sldMkLst>
          <pc:docMk/>
          <pc:sldMk cId="737794640" sldId="272"/>
        </pc:sldMkLst>
      </pc:sldChg>
      <pc:sldChg chg="addSp delSp modSp mod">
        <pc:chgData name="LE HAI DANG" userId="8f3275a08373be5f" providerId="LiveId" clId="{0559F707-C9D6-4D9E-874C-6C8FF627A993}" dt="2025-04-24T14:57:51.059" v="7903" actId="113"/>
        <pc:sldMkLst>
          <pc:docMk/>
          <pc:sldMk cId="1692928019" sldId="273"/>
        </pc:sldMkLst>
      </pc:sldChg>
      <pc:sldChg chg="addSp delSp modSp mod">
        <pc:chgData name="LE HAI DANG" userId="8f3275a08373be5f" providerId="LiveId" clId="{0559F707-C9D6-4D9E-874C-6C8FF627A993}" dt="2025-04-24T14:59:11.144" v="7917" actId="1076"/>
        <pc:sldMkLst>
          <pc:docMk/>
          <pc:sldMk cId="2543119425" sldId="274"/>
        </pc:sldMkLst>
      </pc:sldChg>
      <pc:sldChg chg="addSp delSp modSp mod">
        <pc:chgData name="LE HAI DANG" userId="8f3275a08373be5f" providerId="LiveId" clId="{0559F707-C9D6-4D9E-874C-6C8FF627A993}" dt="2025-04-24T15:02:01.310" v="7918" actId="20577"/>
        <pc:sldMkLst>
          <pc:docMk/>
          <pc:sldMk cId="4248235500" sldId="275"/>
        </pc:sldMkLst>
      </pc:sldChg>
      <pc:sldChg chg="addSp delSp modSp mod modAnim">
        <pc:chgData name="LE HAI DANG" userId="8f3275a08373be5f" providerId="LiveId" clId="{0559F707-C9D6-4D9E-874C-6C8FF627A993}" dt="2025-04-24T15:03:37.871" v="7924" actId="1076"/>
        <pc:sldMkLst>
          <pc:docMk/>
          <pc:sldMk cId="2625463068" sldId="276"/>
        </pc:sldMkLst>
      </pc:sldChg>
      <pc:sldChg chg="modSp mod">
        <pc:chgData name="LE HAI DANG" userId="8f3275a08373be5f" providerId="LiveId" clId="{0559F707-C9D6-4D9E-874C-6C8FF627A993}" dt="2025-04-24T15:04:35.496" v="7934" actId="20577"/>
        <pc:sldMkLst>
          <pc:docMk/>
          <pc:sldMk cId="1653510388" sldId="277"/>
        </pc:sldMkLst>
      </pc:sldChg>
      <pc:sldChg chg="addSp delSp modSp mod">
        <pc:chgData name="LE HAI DANG" userId="8f3275a08373be5f" providerId="LiveId" clId="{0559F707-C9D6-4D9E-874C-6C8FF627A993}" dt="2025-04-24T02:07:01.528" v="7844" actId="20577"/>
        <pc:sldMkLst>
          <pc:docMk/>
          <pc:sldMk cId="2116311713" sldId="278"/>
        </pc:sldMkLst>
      </pc:sldChg>
      <pc:sldChg chg="addSp delSp modSp mod">
        <pc:chgData name="LE HAI DANG" userId="8f3275a08373be5f" providerId="LiveId" clId="{0559F707-C9D6-4D9E-874C-6C8FF627A993}" dt="2025-04-24T15:09:38.479" v="7943" actId="478"/>
        <pc:sldMkLst>
          <pc:docMk/>
          <pc:sldMk cId="3878551160" sldId="279"/>
        </pc:sldMkLst>
      </pc:sldChg>
      <pc:sldChg chg="delSp modSp mod">
        <pc:chgData name="LE HAI DANG" userId="8f3275a08373be5f" providerId="LiveId" clId="{0559F707-C9D6-4D9E-874C-6C8FF627A993}" dt="2025-04-24T15:12:04.455" v="7950" actId="20577"/>
        <pc:sldMkLst>
          <pc:docMk/>
          <pc:sldMk cId="2388167075" sldId="280"/>
        </pc:sldMkLst>
      </pc:sldChg>
      <pc:sldChg chg="addSp modSp mod">
        <pc:chgData name="LE HAI DANG" userId="8f3275a08373be5f" providerId="LiveId" clId="{0559F707-C9D6-4D9E-874C-6C8FF627A993}" dt="2025-04-24T16:24:03.094" v="8811" actId="113"/>
        <pc:sldMkLst>
          <pc:docMk/>
          <pc:sldMk cId="4032672090" sldId="281"/>
        </pc:sldMkLst>
      </pc:sldChg>
      <pc:sldChg chg="delSp modSp mod">
        <pc:chgData name="LE HAI DANG" userId="8f3275a08373be5f" providerId="LiveId" clId="{0559F707-C9D6-4D9E-874C-6C8FF627A993}" dt="2025-04-24T16:28:25.988" v="8829" actId="20577"/>
        <pc:sldMkLst>
          <pc:docMk/>
          <pc:sldMk cId="4182702548" sldId="282"/>
        </pc:sldMkLst>
      </pc:sldChg>
      <pc:sldChg chg="modSp mod">
        <pc:chgData name="LE HAI DANG" userId="8f3275a08373be5f" providerId="LiveId" clId="{0559F707-C9D6-4D9E-874C-6C8FF627A993}" dt="2025-04-24T16:29:04.791" v="8837"/>
        <pc:sldMkLst>
          <pc:docMk/>
          <pc:sldMk cId="2399418858" sldId="283"/>
        </pc:sldMkLst>
      </pc:sldChg>
      <pc:sldChg chg="modSp mod">
        <pc:chgData name="LE HAI DANG" userId="8f3275a08373be5f" providerId="LiveId" clId="{0559F707-C9D6-4D9E-874C-6C8FF627A993}" dt="2025-04-24T15:17:17.484" v="8045" actId="20577"/>
        <pc:sldMkLst>
          <pc:docMk/>
          <pc:sldMk cId="31861469" sldId="284"/>
        </pc:sldMkLst>
      </pc:sldChg>
      <pc:sldChg chg="modSp mod modAnim">
        <pc:chgData name="LE HAI DANG" userId="8f3275a08373be5f" providerId="LiveId" clId="{0559F707-C9D6-4D9E-874C-6C8FF627A993}" dt="2025-04-24T16:29:55.592" v="8840" actId="20577"/>
        <pc:sldMkLst>
          <pc:docMk/>
          <pc:sldMk cId="1008313873" sldId="285"/>
        </pc:sldMkLst>
      </pc:sldChg>
      <pc:sldChg chg="modSp modAnim">
        <pc:chgData name="LE HAI DANG" userId="8f3275a08373be5f" providerId="LiveId" clId="{0559F707-C9D6-4D9E-874C-6C8FF627A993}" dt="2025-04-24T15:28:05.928" v="8314" actId="20577"/>
        <pc:sldMkLst>
          <pc:docMk/>
          <pc:sldMk cId="3429241728" sldId="286"/>
        </pc:sldMkLst>
      </pc:sldChg>
      <pc:sldChg chg="modSp mod modAnim">
        <pc:chgData name="LE HAI DANG" userId="8f3275a08373be5f" providerId="LiveId" clId="{0559F707-C9D6-4D9E-874C-6C8FF627A993}" dt="2025-04-24T15:33:37.392" v="8396" actId="20577"/>
        <pc:sldMkLst>
          <pc:docMk/>
          <pc:sldMk cId="3988111437" sldId="287"/>
        </pc:sldMkLst>
      </pc:sldChg>
      <pc:sldChg chg="modSp mod">
        <pc:chgData name="LE HAI DANG" userId="8f3275a08373be5f" providerId="LiveId" clId="{0559F707-C9D6-4D9E-874C-6C8FF627A993}" dt="2025-04-24T15:29:04.999" v="8330" actId="20577"/>
        <pc:sldMkLst>
          <pc:docMk/>
          <pc:sldMk cId="2930560855" sldId="288"/>
        </pc:sldMkLst>
      </pc:sldChg>
      <pc:sldChg chg="modSp mod">
        <pc:chgData name="LE HAI DANG" userId="8f3275a08373be5f" providerId="LiveId" clId="{0559F707-C9D6-4D9E-874C-6C8FF627A993}" dt="2025-04-24T15:30:05.351" v="8342" actId="403"/>
        <pc:sldMkLst>
          <pc:docMk/>
          <pc:sldMk cId="2443940429" sldId="289"/>
        </pc:sldMkLst>
      </pc:sldChg>
      <pc:sldChg chg="modSp mod">
        <pc:chgData name="LE HAI DANG" userId="8f3275a08373be5f" providerId="LiveId" clId="{0559F707-C9D6-4D9E-874C-6C8FF627A993}" dt="2025-04-21T14:47:25.534" v="633" actId="1076"/>
        <pc:sldMkLst>
          <pc:docMk/>
          <pc:sldMk cId="2411853984" sldId="290"/>
        </pc:sldMkLst>
      </pc:sldChg>
      <pc:sldChg chg="modSp mod">
        <pc:chgData name="LE HAI DANG" userId="8f3275a08373be5f" providerId="LiveId" clId="{0559F707-C9D6-4D9E-874C-6C8FF627A993}" dt="2025-04-21T15:30:46.106" v="636" actId="1076"/>
        <pc:sldMkLst>
          <pc:docMk/>
          <pc:sldMk cId="3234666979" sldId="291"/>
        </pc:sldMkLst>
      </pc:sldChg>
      <pc:sldChg chg="addSp delSp modSp mod">
        <pc:chgData name="LE HAI DANG" userId="8f3275a08373be5f" providerId="LiveId" clId="{0559F707-C9D6-4D9E-874C-6C8FF627A993}" dt="2025-04-24T15:45:20.573" v="8718" actId="207"/>
        <pc:sldMkLst>
          <pc:docMk/>
          <pc:sldMk cId="1915573391" sldId="292"/>
        </pc:sldMkLst>
      </pc:sldChg>
      <pc:sldChg chg="addSp delSp modSp mod delAnim modAnim">
        <pc:chgData name="LE HAI DANG" userId="8f3275a08373be5f" providerId="LiveId" clId="{0559F707-C9D6-4D9E-874C-6C8FF627A993}" dt="2025-04-24T15:46:15.611" v="8729" actId="113"/>
        <pc:sldMkLst>
          <pc:docMk/>
          <pc:sldMk cId="2578603807" sldId="293"/>
        </pc:sldMkLst>
      </pc:sldChg>
      <pc:sldChg chg="modSp mod">
        <pc:chgData name="LE HAI DANG" userId="8f3275a08373be5f" providerId="LiveId" clId="{0559F707-C9D6-4D9E-874C-6C8FF627A993}" dt="2025-04-23T06:26:32.102" v="2941"/>
        <pc:sldMkLst>
          <pc:docMk/>
          <pc:sldMk cId="2047080449" sldId="294"/>
        </pc:sldMkLst>
      </pc:sldChg>
      <pc:sldChg chg="modSp mod">
        <pc:chgData name="LE HAI DANG" userId="8f3275a08373be5f" providerId="LiveId" clId="{0559F707-C9D6-4D9E-874C-6C8FF627A993}" dt="2025-04-24T15:47:30.757" v="8733" actId="113"/>
        <pc:sldMkLst>
          <pc:docMk/>
          <pc:sldMk cId="4169306398" sldId="295"/>
        </pc:sldMkLst>
      </pc:sldChg>
      <pc:sldChg chg="modSp mod modAnim">
        <pc:chgData name="LE HAI DANG" userId="8f3275a08373be5f" providerId="LiveId" clId="{0559F707-C9D6-4D9E-874C-6C8FF627A993}" dt="2025-04-24T03:18:14.108" v="7849" actId="20577"/>
        <pc:sldMkLst>
          <pc:docMk/>
          <pc:sldMk cId="801925873" sldId="296"/>
        </pc:sldMkLst>
      </pc:sldChg>
      <pc:sldChg chg="modSp del mod">
        <pc:chgData name="LE HAI DANG" userId="8f3275a08373be5f" providerId="LiveId" clId="{0559F707-C9D6-4D9E-874C-6C8FF627A993}" dt="2025-04-23T12:33:13.888" v="4105" actId="2696"/>
        <pc:sldMkLst>
          <pc:docMk/>
          <pc:sldMk cId="3330026291" sldId="297"/>
        </pc:sldMkLst>
      </pc:sldChg>
      <pc:sldChg chg="addSp modSp mod modAnim">
        <pc:chgData name="LE HAI DANG" userId="8f3275a08373be5f" providerId="LiveId" clId="{0559F707-C9D6-4D9E-874C-6C8FF627A993}" dt="2025-04-24T11:19:32.384" v="7880" actId="1076"/>
        <pc:sldMkLst>
          <pc:docMk/>
          <pc:sldMk cId="1453280341" sldId="298"/>
        </pc:sldMkLst>
      </pc:sldChg>
      <pc:sldChg chg="delSp modSp mod delAnim modAnim">
        <pc:chgData name="LE HAI DANG" userId="8f3275a08373be5f" providerId="LiveId" clId="{0559F707-C9D6-4D9E-874C-6C8FF627A993}" dt="2025-04-24T03:24:31.385" v="7870" actId="20577"/>
        <pc:sldMkLst>
          <pc:docMk/>
          <pc:sldMk cId="2389855551" sldId="299"/>
        </pc:sldMkLst>
      </pc:sldChg>
      <pc:sldChg chg="modSp mod">
        <pc:chgData name="LE HAI DANG" userId="8f3275a08373be5f" providerId="LiveId" clId="{0559F707-C9D6-4D9E-874C-6C8FF627A993}" dt="2025-04-24T03:26:29.302" v="7871" actId="20577"/>
        <pc:sldMkLst>
          <pc:docMk/>
          <pc:sldMk cId="2028256881" sldId="300"/>
        </pc:sldMkLst>
      </pc:sldChg>
      <pc:sldChg chg="modSp mod">
        <pc:chgData name="LE HAI DANG" userId="8f3275a08373be5f" providerId="LiveId" clId="{0559F707-C9D6-4D9E-874C-6C8FF627A993}" dt="2025-04-23T06:25:45.080" v="2927"/>
        <pc:sldMkLst>
          <pc:docMk/>
          <pc:sldMk cId="3690501420" sldId="301"/>
        </pc:sldMkLst>
      </pc:sldChg>
      <pc:sldChg chg="modSp mod">
        <pc:chgData name="LE HAI DANG" userId="8f3275a08373be5f" providerId="LiveId" clId="{0559F707-C9D6-4D9E-874C-6C8FF627A993}" dt="2025-04-23T06:25:33.910" v="2923"/>
        <pc:sldMkLst>
          <pc:docMk/>
          <pc:sldMk cId="1550811604" sldId="302"/>
        </pc:sldMkLst>
      </pc:sldChg>
      <pc:sldChg chg="modSp mod">
        <pc:chgData name="LE HAI DANG" userId="8f3275a08373be5f" providerId="LiveId" clId="{0559F707-C9D6-4D9E-874C-6C8FF627A993}" dt="2025-04-23T15:51:31.757" v="7713" actId="20577"/>
        <pc:sldMkLst>
          <pc:docMk/>
          <pc:sldMk cId="3074060302" sldId="303"/>
        </pc:sldMkLst>
      </pc:sldChg>
      <pc:sldChg chg="modSp mod">
        <pc:chgData name="LE HAI DANG" userId="8f3275a08373be5f" providerId="LiveId" clId="{0559F707-C9D6-4D9E-874C-6C8FF627A993}" dt="2025-04-23T06:25:28.160" v="2921"/>
        <pc:sldMkLst>
          <pc:docMk/>
          <pc:sldMk cId="2961065670" sldId="304"/>
        </pc:sldMkLst>
      </pc:sldChg>
      <pc:sldChg chg="modSp mod modAnim">
        <pc:chgData name="LE HAI DANG" userId="8f3275a08373be5f" providerId="LiveId" clId="{0559F707-C9D6-4D9E-874C-6C8FF627A993}" dt="2025-04-24T15:51:05.436" v="8735" actId="20577"/>
        <pc:sldMkLst>
          <pc:docMk/>
          <pc:sldMk cId="1466326646" sldId="305"/>
        </pc:sldMkLst>
      </pc:sldChg>
      <pc:sldChg chg="modSp del mod">
        <pc:chgData name="LE HAI DANG" userId="8f3275a08373be5f" providerId="LiveId" clId="{0559F707-C9D6-4D9E-874C-6C8FF627A993}" dt="2025-04-24T15:51:31.330" v="8736" actId="2696"/>
        <pc:sldMkLst>
          <pc:docMk/>
          <pc:sldMk cId="326881342" sldId="306"/>
        </pc:sldMkLst>
      </pc:sldChg>
      <pc:sldChg chg="modSp del modAnim">
        <pc:chgData name="LE HAI DANG" userId="8f3275a08373be5f" providerId="LiveId" clId="{0559F707-C9D6-4D9E-874C-6C8FF627A993}" dt="2025-04-22T13:32:23.498" v="1761" actId="2696"/>
        <pc:sldMkLst>
          <pc:docMk/>
          <pc:sldMk cId="726513317" sldId="307"/>
        </pc:sldMkLst>
      </pc:sldChg>
      <pc:sldChg chg="del">
        <pc:chgData name="LE HAI DANG" userId="8f3275a08373be5f" providerId="LiveId" clId="{0559F707-C9D6-4D9E-874C-6C8FF627A993}" dt="2025-04-22T13:32:16.094" v="1760" actId="2696"/>
        <pc:sldMkLst>
          <pc:docMk/>
          <pc:sldMk cId="3503687212" sldId="308"/>
        </pc:sldMkLst>
      </pc:sldChg>
      <pc:sldChg chg="modSp mod">
        <pc:chgData name="LE HAI DANG" userId="8f3275a08373be5f" providerId="LiveId" clId="{0559F707-C9D6-4D9E-874C-6C8FF627A993}" dt="2025-04-23T06:24:58.347" v="2915"/>
        <pc:sldMkLst>
          <pc:docMk/>
          <pc:sldMk cId="753554529" sldId="309"/>
        </pc:sldMkLst>
      </pc:sldChg>
      <pc:sldChg chg="addSp delSp modSp add mod delAnim modAnim">
        <pc:chgData name="LE HAI DANG" userId="8f3275a08373be5f" providerId="LiveId" clId="{0559F707-C9D6-4D9E-874C-6C8FF627A993}" dt="2025-04-24T16:14:30.191" v="8738" actId="20577"/>
        <pc:sldMkLst>
          <pc:docMk/>
          <pc:sldMk cId="1066481263" sldId="313"/>
        </pc:sldMkLst>
      </pc:sldChg>
      <pc:sldChg chg="modSp add mod modAnim">
        <pc:chgData name="LE HAI DANG" userId="8f3275a08373be5f" providerId="LiveId" clId="{0559F707-C9D6-4D9E-874C-6C8FF627A993}" dt="2025-04-24T15:41:00.818" v="8501" actId="207"/>
        <pc:sldMkLst>
          <pc:docMk/>
          <pc:sldMk cId="1506377837" sldId="314"/>
        </pc:sldMkLst>
      </pc:sldChg>
      <pc:sldChg chg="addSp delSp modSp add mod">
        <pc:chgData name="LE HAI DANG" userId="8f3275a08373be5f" providerId="LiveId" clId="{0559F707-C9D6-4D9E-874C-6C8FF627A993}" dt="2025-04-23T12:57:42.057" v="5310" actId="113"/>
        <pc:sldMkLst>
          <pc:docMk/>
          <pc:sldMk cId="2308491421" sldId="315"/>
        </pc:sldMkLst>
      </pc:sldChg>
      <pc:sldChg chg="delSp modSp add mod delAnim modAnim">
        <pc:chgData name="LE HAI DANG" userId="8f3275a08373be5f" providerId="LiveId" clId="{0559F707-C9D6-4D9E-874C-6C8FF627A993}" dt="2025-04-23T13:58:51.219" v="5810" actId="1076"/>
        <pc:sldMkLst>
          <pc:docMk/>
          <pc:sldMk cId="4072983448" sldId="316"/>
        </pc:sldMkLst>
      </pc:sldChg>
      <pc:sldChg chg="delSp modSp add del mod">
        <pc:chgData name="LE HAI DANG" userId="8f3275a08373be5f" providerId="LiveId" clId="{0559F707-C9D6-4D9E-874C-6C8FF627A993}" dt="2025-04-24T17:05:46.330" v="8842" actId="2696"/>
        <pc:sldMkLst>
          <pc:docMk/>
          <pc:sldMk cId="1436841022" sldId="317"/>
        </pc:sldMkLst>
      </pc:sldChg>
      <pc:sldChg chg="delSp modSp add mod delAnim">
        <pc:chgData name="LE HAI DANG" userId="8f3275a08373be5f" providerId="LiveId" clId="{0559F707-C9D6-4D9E-874C-6C8FF627A993}" dt="2025-04-23T13:57:57.662" v="5808" actId="14100"/>
        <pc:sldMkLst>
          <pc:docMk/>
          <pc:sldMk cId="3356749418" sldId="318"/>
        </pc:sldMkLst>
      </pc:sldChg>
      <pc:sldChg chg="modSp add mod modAnim">
        <pc:chgData name="LE HAI DANG" userId="8f3275a08373be5f" providerId="LiveId" clId="{0559F707-C9D6-4D9E-874C-6C8FF627A993}" dt="2025-04-24T16:39:05.003" v="8841" actId="20577"/>
        <pc:sldMkLst>
          <pc:docMk/>
          <pc:sldMk cId="1304579284" sldId="319"/>
        </pc:sldMkLst>
      </pc:sldChg>
      <pc:sldChg chg="addSp delSp modSp add mod modAnim">
        <pc:chgData name="LE HAI DANG" userId="8f3275a08373be5f" providerId="LiveId" clId="{0559F707-C9D6-4D9E-874C-6C8FF627A993}" dt="2025-04-24T15:46:40.757" v="8730" actId="14100"/>
        <pc:sldMkLst>
          <pc:docMk/>
          <pc:sldMk cId="3530361201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117E9-85DF-4BAA-B7FD-5778B58F68A0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23648-78D7-4B32-9988-625D03757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95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12/22/2025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1441450"/>
            <a:ext cx="11205713" cy="1855310"/>
          </a:xfrm>
        </p:spPr>
        <p:txBody>
          <a:bodyPr/>
          <a:lstStyle/>
          <a:p>
            <a:r>
              <a:rPr lang="en-US" dirty="0"/>
              <a:t>BÁO CÁO LUẬN VĂN TỐT NGHIỆP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37F2-C3B5-487E-AF04-318467A15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43" y="3561241"/>
            <a:ext cx="11205713" cy="1067704"/>
          </a:xfrm>
        </p:spPr>
        <p:txBody>
          <a:bodyPr>
            <a:normAutofit/>
          </a:bodyPr>
          <a:lstStyle/>
          <a:p>
            <a:r>
              <a:rPr lang="en-US" dirty="0"/>
              <a:t>XÂY DỰNG HỆ THỐNG QUẢN LÝ DỮ LIỆU HỌC TẬP VÀ CẤP PHÁT VĂN BẰNG SỐ DỰA TRÊN BLOCKCHAIN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E9F8F1F-B2BD-B1A4-4F92-4F8A0609E34E}"/>
              </a:ext>
            </a:extLst>
          </p:cNvPr>
          <p:cNvSpPr txBox="1">
            <a:spLocks/>
          </p:cNvSpPr>
          <p:nvPr/>
        </p:nvSpPr>
        <p:spPr>
          <a:xfrm>
            <a:off x="6255027" y="4924425"/>
            <a:ext cx="4807725" cy="16486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 baseline="0">
                <a:solidFill>
                  <a:schemeClr val="bg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1B895B-A0FA-3980-6BDF-2075B2BC2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970749"/>
              </p:ext>
            </p:extLst>
          </p:nvPr>
        </p:nvGraphicFramePr>
        <p:xfrm>
          <a:off x="700088" y="4893426"/>
          <a:ext cx="10998768" cy="1584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88677">
                  <a:extLst>
                    <a:ext uri="{9D8B030D-6E8A-4147-A177-3AD203B41FA5}">
                      <a16:colId xmlns:a16="http://schemas.microsoft.com/office/drawing/2014/main" val="1258248463"/>
                    </a:ext>
                  </a:extLst>
                </a:gridCol>
                <a:gridCol w="5510091">
                  <a:extLst>
                    <a:ext uri="{9D8B030D-6E8A-4147-A177-3AD203B41FA5}">
                      <a16:colId xmlns:a16="http://schemas.microsoft.com/office/drawing/2014/main" val="3837195511"/>
                    </a:ext>
                  </a:extLst>
                </a:gridCol>
              </a:tblGrid>
              <a:tr h="1480870">
                <a:tc>
                  <a:txBody>
                    <a:bodyPr/>
                    <a:lstStyle/>
                    <a:p>
                      <a:pPr algn="l"/>
                      <a:r>
                        <a:rPr lang="vi-VN" sz="2000" b="1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Giảng 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viên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hướng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dẫn</a:t>
                      </a:r>
                      <a:endParaRPr lang="vi-VN" sz="2000" b="1" dirty="0">
                        <a:solidFill>
                          <a:schemeClr val="bg1"/>
                        </a:solidFill>
                        <a:latin typeface="Readex Pro" panose="020B0604020202020204" charset="-78"/>
                        <a:cs typeface="Readex Pro" panose="020B0604020202020204" charset="-78"/>
                      </a:endParaRPr>
                    </a:p>
                    <a:p>
                      <a:pPr algn="l"/>
                      <a:r>
                        <a:rPr lang="en-US" sz="2000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PGS. </a:t>
                      </a:r>
                      <a:r>
                        <a:rPr lang="vi-VN" sz="2000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TS. Phan Thượng Cang</a:t>
                      </a:r>
                      <a:endParaRPr lang="en-US" sz="2000" dirty="0">
                        <a:solidFill>
                          <a:schemeClr val="bg1"/>
                        </a:solidFill>
                        <a:latin typeface="Readex Pro" panose="020B0604020202020204" charset="-78"/>
                        <a:cs typeface="Readex Pro" panose="020B0604020202020204" charset="-78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Sinh 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viên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thực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 </a:t>
                      </a:r>
                      <a:r>
                        <a:rPr lang="en-US" sz="2000" b="1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hiện</a:t>
                      </a:r>
                      <a:endParaRPr lang="vi-VN" sz="2000" b="1" dirty="0">
                        <a:solidFill>
                          <a:schemeClr val="bg1"/>
                        </a:solidFill>
                        <a:latin typeface="Readex Pro" panose="020B0604020202020204" charset="-78"/>
                        <a:cs typeface="Readex Pro" panose="020B0604020202020204" charset="-78"/>
                      </a:endParaRPr>
                    </a:p>
                    <a:p>
                      <a:pPr algn="l"/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Họ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tên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: Lê Hải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Đăng</a:t>
                      </a:r>
                      <a:endParaRPr lang="en-US" sz="2000" dirty="0">
                        <a:solidFill>
                          <a:schemeClr val="bg1"/>
                        </a:solidFill>
                        <a:latin typeface="Readex Pro" panose="020B0604020202020204" charset="-78"/>
                        <a:cs typeface="Readex Pro" panose="020B0604020202020204" charset="-78"/>
                      </a:endParaRPr>
                    </a:p>
                    <a:p>
                      <a:pPr algn="l"/>
                      <a:r>
                        <a:rPr lang="en-US" sz="2000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MSSV: B2203716</a:t>
                      </a:r>
                    </a:p>
                    <a:p>
                      <a:pPr algn="l"/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Ngành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: An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Toàn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latin typeface="Readex Pro" panose="020B0604020202020204" charset="-78"/>
                          <a:cs typeface="Readex Pro" panose="020B0604020202020204" charset="-78"/>
                        </a:rPr>
                        <a:t> Thông Tin</a:t>
                      </a:r>
                    </a:p>
                    <a:p>
                      <a:endParaRPr lang="en-AU" dirty="0">
                        <a:latin typeface="Readex Pro" panose="020B0604020202020204" charset="-78"/>
                        <a:cs typeface="Readex Pro" panose="020B0604020202020204" charset="-78"/>
                      </a:endParaRPr>
                    </a:p>
                  </a:txBody>
                  <a:tcPr>
                    <a:lnL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23237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TÓM TẮT 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92295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0AFEF"/>
                </a:solidFill>
              </a:rPr>
              <a:t>1 - </a:t>
            </a:r>
            <a:r>
              <a:rPr lang="en-US" sz="2800" dirty="0" err="1">
                <a:solidFill>
                  <a:srgbClr val="00AFEF"/>
                </a:solidFill>
              </a:rPr>
              <a:t>Giới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thiệu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tổng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quan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đề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tài</a:t>
            </a:r>
            <a:endParaRPr lang="en-US" sz="2800" dirty="0">
              <a:solidFill>
                <a:srgbClr val="00AFEF"/>
              </a:solidFill>
            </a:endParaRPr>
          </a:p>
          <a:p>
            <a:r>
              <a:rPr lang="en-US" sz="2800" dirty="0">
                <a:solidFill>
                  <a:srgbClr val="00AFEF"/>
                </a:solidFill>
              </a:rPr>
              <a:t>2 - </a:t>
            </a:r>
            <a:r>
              <a:rPr lang="en-US" sz="2800" dirty="0" err="1">
                <a:solidFill>
                  <a:srgbClr val="00AFEF"/>
                </a:solidFill>
              </a:rPr>
              <a:t>Cơ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sở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lí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thuyết</a:t>
            </a:r>
            <a:endParaRPr lang="en-US" sz="2800" dirty="0">
              <a:solidFill>
                <a:srgbClr val="00AFEF"/>
              </a:solidFill>
            </a:endParaRPr>
          </a:p>
          <a:p>
            <a:r>
              <a:rPr lang="en-US" sz="2800" dirty="0">
                <a:solidFill>
                  <a:srgbClr val="00AFEF"/>
                </a:solidFill>
              </a:rPr>
              <a:t>3 - </a:t>
            </a:r>
            <a:r>
              <a:rPr lang="en-US" sz="2800" dirty="0" err="1">
                <a:solidFill>
                  <a:srgbClr val="00AFEF"/>
                </a:solidFill>
              </a:rPr>
              <a:t>Xây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dựng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hệ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thống</a:t>
            </a:r>
            <a:endParaRPr lang="en-US" sz="2800" dirty="0">
              <a:solidFill>
                <a:srgbClr val="00AFEF"/>
              </a:solidFill>
            </a:endParaRPr>
          </a:p>
          <a:p>
            <a:r>
              <a:rPr lang="en-US" sz="2800" dirty="0">
                <a:solidFill>
                  <a:srgbClr val="00AFEF"/>
                </a:solidFill>
              </a:rPr>
              <a:t>4 - </a:t>
            </a:r>
            <a:r>
              <a:rPr lang="en-US" sz="2800" dirty="0" err="1">
                <a:solidFill>
                  <a:srgbClr val="00AFEF"/>
                </a:solidFill>
              </a:rPr>
              <a:t>Kết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luận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và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hướng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phát</a:t>
            </a:r>
            <a:r>
              <a:rPr lang="en-US" sz="2800" dirty="0">
                <a:solidFill>
                  <a:srgbClr val="00AFEF"/>
                </a:solidFill>
              </a:rPr>
              <a:t> </a:t>
            </a:r>
            <a:r>
              <a:rPr lang="en-US" sz="2800" dirty="0" err="1">
                <a:solidFill>
                  <a:srgbClr val="00AFEF"/>
                </a:solidFill>
              </a:rPr>
              <a:t>triển</a:t>
            </a:r>
            <a:endParaRPr lang="en-US" sz="2800" dirty="0">
              <a:solidFill>
                <a:srgbClr val="00AFEF"/>
              </a:solidFill>
            </a:endParaRPr>
          </a:p>
          <a:p>
            <a:r>
              <a:rPr lang="en-US" sz="2800" dirty="0">
                <a:solidFill>
                  <a:srgbClr val="00AFEF"/>
                </a:solidFill>
              </a:rPr>
              <a:t>5 - Demo</a:t>
            </a:r>
            <a:endParaRPr lang="vi-VN" sz="2800" dirty="0">
              <a:solidFill>
                <a:srgbClr val="00AFEF"/>
              </a:solidFill>
            </a:endParaRPr>
          </a:p>
          <a:p>
            <a:pPr marL="457200" indent="-457200">
              <a:buAutoNum type="arabicPeriod"/>
            </a:pPr>
            <a:endParaRPr lang="vi-VN" sz="2800" dirty="0">
              <a:solidFill>
                <a:srgbClr val="00AFEF"/>
              </a:solidFill>
            </a:endParaRPr>
          </a:p>
          <a:p>
            <a:pPr marL="457200" indent="-457200">
              <a:buAutoNum type="arabicPeriod"/>
            </a:pPr>
            <a:endParaRPr lang="en-US" sz="2800" dirty="0">
              <a:solidFill>
                <a:srgbClr val="00AFEF"/>
              </a:solidFill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B5C0-9064-1553-3D4D-F8BD597A0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/>
              <a:t>Giới</a:t>
            </a:r>
            <a:r>
              <a:rPr lang="en-AU" dirty="0"/>
              <a:t> </a:t>
            </a:r>
            <a:r>
              <a:rPr lang="en-AU" dirty="0" err="1"/>
              <a:t>thiệu</a:t>
            </a:r>
            <a:r>
              <a:rPr lang="en-AU" dirty="0"/>
              <a:t> </a:t>
            </a:r>
            <a:r>
              <a:rPr lang="en-AU" dirty="0" err="1"/>
              <a:t>tổng</a:t>
            </a:r>
            <a:r>
              <a:rPr lang="en-AU" dirty="0"/>
              <a:t> </a:t>
            </a:r>
            <a:r>
              <a:rPr lang="en-AU" dirty="0" err="1"/>
              <a:t>quan</a:t>
            </a:r>
            <a:r>
              <a:rPr lang="en-AU" dirty="0"/>
              <a:t> </a:t>
            </a:r>
            <a:r>
              <a:rPr lang="en-AU" dirty="0" err="1"/>
              <a:t>đề</a:t>
            </a:r>
            <a:r>
              <a:rPr lang="en-AU" dirty="0"/>
              <a:t> </a:t>
            </a:r>
            <a:r>
              <a:rPr lang="en-AU" dirty="0" err="1"/>
              <a:t>tài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44657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F4D2D-3088-365A-D385-F1ABFC2C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64474-43C2-36ED-0F1C-D7161DA0A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Thực</a:t>
            </a:r>
            <a:r>
              <a:rPr lang="en-AU" dirty="0"/>
              <a:t> </a:t>
            </a:r>
            <a:r>
              <a:rPr lang="en-AU" dirty="0" err="1"/>
              <a:t>trạng</a:t>
            </a:r>
            <a:r>
              <a:rPr lang="en-AU" dirty="0"/>
              <a:t> &amp; </a:t>
            </a:r>
            <a:r>
              <a:rPr lang="en-AU" dirty="0" err="1"/>
              <a:t>Vấn</a:t>
            </a:r>
            <a:r>
              <a:rPr lang="en-AU" dirty="0"/>
              <a:t> </a:t>
            </a:r>
            <a:r>
              <a:rPr lang="en-AU" dirty="0" err="1"/>
              <a:t>đề</a:t>
            </a:r>
            <a:r>
              <a:rPr lang="en-AU" dirty="0"/>
              <a:t> </a:t>
            </a:r>
            <a:r>
              <a:rPr lang="en-AU" dirty="0" err="1"/>
              <a:t>đặt</a:t>
            </a:r>
            <a:r>
              <a:rPr lang="en-AU" dirty="0"/>
              <a:t> </a:t>
            </a:r>
            <a:r>
              <a:rPr lang="en-AU" dirty="0" err="1"/>
              <a:t>ra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AEE5F-F7E9-345F-F09F-576CE7617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</a:t>
            </a:r>
            <a:r>
              <a:rPr lang="vi-VN" b="1" dirty="0"/>
              <a:t>ệ thống quản lý đào tạo</a:t>
            </a:r>
            <a:r>
              <a:rPr lang="en-US" b="1" dirty="0"/>
              <a:t> </a:t>
            </a:r>
            <a:r>
              <a:rPr lang="en-US" dirty="0"/>
              <a:t>đ</a:t>
            </a:r>
            <a:r>
              <a:rPr lang="vi-VN" dirty="0"/>
              <a:t>ã số hóa và triển khai hệ thống quản lý đào tạo trực tuyến, nhưng vẫn vận hành trên mô hình cơ sở dữ liệu tập trung</a:t>
            </a:r>
            <a:r>
              <a:rPr lang="en-US" dirty="0"/>
              <a:t>, </a:t>
            </a:r>
            <a:r>
              <a:rPr lang="vi-VN" dirty="0"/>
              <a:t>rủi ro:</a:t>
            </a:r>
            <a:endParaRPr lang="en-US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b="1" dirty="0" err="1"/>
              <a:t>Dễ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</a:t>
            </a:r>
            <a:r>
              <a:rPr lang="en-US" b="1" dirty="0" err="1"/>
              <a:t>tấn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dirty="0"/>
              <a:t>.</a:t>
            </a:r>
            <a:endParaRPr lang="en-US" b="1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b="1" dirty="0" err="1"/>
              <a:t>Sửa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b="1" dirty="0" err="1"/>
              <a:t>mà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để</a:t>
            </a:r>
            <a:r>
              <a:rPr lang="en-US" b="1" dirty="0"/>
              <a:t> </a:t>
            </a:r>
            <a:r>
              <a:rPr lang="en-US" b="1" dirty="0" err="1"/>
              <a:t>lại</a:t>
            </a:r>
            <a:r>
              <a:rPr lang="en-US" b="1" dirty="0"/>
              <a:t> </a:t>
            </a:r>
            <a:r>
              <a:rPr lang="en-US" b="1" dirty="0" err="1"/>
              <a:t>dấu</a:t>
            </a:r>
            <a:r>
              <a:rPr lang="en-US" b="1" dirty="0"/>
              <a:t> </a:t>
            </a:r>
            <a:r>
              <a:rPr lang="en-US" b="1" dirty="0" err="1"/>
              <a:t>vết</a:t>
            </a:r>
            <a:r>
              <a:rPr lang="en-US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dirty="0"/>
              <a:t>X</a:t>
            </a:r>
            <a:r>
              <a:rPr lang="vi-VN" dirty="0"/>
              <a:t>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vi-VN" b="1" dirty="0"/>
              <a:t> thủ công.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7290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B0138-D0D5-D446-3BBA-6E330726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Thực</a:t>
            </a:r>
            <a:r>
              <a:rPr lang="en-AU" dirty="0"/>
              <a:t> </a:t>
            </a:r>
            <a:r>
              <a:rPr lang="en-AU" dirty="0" err="1"/>
              <a:t>trạng</a:t>
            </a:r>
            <a:r>
              <a:rPr lang="en-AU" dirty="0"/>
              <a:t> &amp; </a:t>
            </a:r>
            <a:r>
              <a:rPr lang="en-AU" dirty="0" err="1"/>
              <a:t>Vấn</a:t>
            </a:r>
            <a:r>
              <a:rPr lang="en-AU" dirty="0"/>
              <a:t> </a:t>
            </a:r>
            <a:r>
              <a:rPr lang="en-AU" dirty="0" err="1"/>
              <a:t>đề</a:t>
            </a:r>
            <a:r>
              <a:rPr lang="en-AU" dirty="0"/>
              <a:t> </a:t>
            </a:r>
            <a:r>
              <a:rPr lang="en-AU" dirty="0" err="1"/>
              <a:t>đặt</a:t>
            </a:r>
            <a:r>
              <a:rPr lang="en-AU" dirty="0"/>
              <a:t> </a:t>
            </a:r>
            <a:r>
              <a:rPr lang="en-AU" dirty="0" err="1"/>
              <a:t>ra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4136-2EBF-E141-E82E-BC972A410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83174" cy="4351338"/>
          </a:xfrm>
        </p:spPr>
        <p:txBody>
          <a:bodyPr>
            <a:normAutofit/>
          </a:bodyPr>
          <a:lstStyle/>
          <a:p>
            <a:pPr algn="l"/>
            <a:r>
              <a:rPr lang="vi-VN" b="1" dirty="0"/>
              <a:t>Thực tế đã xảy ra nhiều vụ việc nghiêm trọng:</a:t>
            </a:r>
            <a:endParaRPr lang="en-US" b="1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vi-VN" b="1" dirty="0"/>
              <a:t>ĐH Quy Nhơn (2014):</a:t>
            </a:r>
            <a:r>
              <a:rPr lang="vi-VN" dirty="0"/>
              <a:t> chuyên viên Phòng Đào tạo xâm nhập hệ thống, nâng điểm cho 71 SV, thu lợi bất chính.</a:t>
            </a:r>
            <a:r>
              <a:rPr lang="en-US" dirty="0"/>
              <a:t> (</a:t>
            </a:r>
            <a:r>
              <a:rPr lang="en-US" dirty="0" err="1"/>
              <a:t>Vietnamnet</a:t>
            </a:r>
            <a:r>
              <a:rPr lang="en-US" dirty="0"/>
              <a:t>, 2014)</a:t>
            </a:r>
            <a:endParaRPr lang="vi-VN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vi-VN" b="1" dirty="0"/>
              <a:t>Mỹ (2012):</a:t>
            </a:r>
            <a:r>
              <a:rPr lang="vi-VN" dirty="0"/>
              <a:t> học sinh THPT hack hệ thống nhà trường để thay đổi điểm số.</a:t>
            </a:r>
            <a:r>
              <a:rPr lang="en-US" dirty="0"/>
              <a:t> (CBS News, 2012)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vi-VN" b="1" dirty="0"/>
              <a:t>Việt Nam </a:t>
            </a:r>
            <a:r>
              <a:rPr lang="vi-VN" dirty="0"/>
              <a:t>(gần đây): triệt phá nhiều đường dây sản xuất, mua bán bằng cấp giả quy mô lớn, có sự tham gia của cán bộ, giáo viên. (VTV News, 2025)</a:t>
            </a:r>
          </a:p>
        </p:txBody>
      </p:sp>
    </p:spTree>
    <p:extLst>
      <p:ext uri="{BB962C8B-B14F-4D97-AF65-F5344CB8AC3E}">
        <p14:creationId xmlns:p14="http://schemas.microsoft.com/office/powerpoint/2010/main" val="59650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1475-7BEF-B4F4-DB40-0DB0F8E59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BE21-ABCF-EB0F-0922-F6B40578C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AU" dirty="0" err="1"/>
              <a:t>Giải</a:t>
            </a:r>
            <a:r>
              <a:rPr lang="en-AU" dirty="0"/>
              <a:t> </a:t>
            </a:r>
            <a:r>
              <a:rPr lang="en-AU" dirty="0" err="1"/>
              <a:t>pháp</a:t>
            </a:r>
            <a:r>
              <a:rPr lang="en-AU" dirty="0"/>
              <a:t> </a:t>
            </a:r>
            <a:r>
              <a:rPr lang="en-AU" dirty="0" err="1"/>
              <a:t>đề</a:t>
            </a:r>
            <a:r>
              <a:rPr lang="en-AU" dirty="0"/>
              <a:t> </a:t>
            </a:r>
            <a:r>
              <a:rPr lang="en-AU" dirty="0" err="1"/>
              <a:t>xuất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E7A67-E6A7-27B7-2711-74B381620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vi-VN" b="1" dirty="0"/>
              <a:t>Blockchain</a:t>
            </a:r>
            <a:r>
              <a:rPr lang="en-US" b="1" dirty="0"/>
              <a:t>:</a:t>
            </a:r>
            <a:endParaRPr lang="en-US" dirty="0"/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vi-VN" dirty="0"/>
              <a:t>Lưu trữ dữ liệu học tập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bạch</a:t>
            </a:r>
            <a:r>
              <a:rPr lang="en-US" dirty="0"/>
              <a:t>, </a:t>
            </a:r>
            <a:r>
              <a:rPr lang="vi-VN" dirty="0"/>
              <a:t>bất biến</a:t>
            </a:r>
            <a:r>
              <a:rPr lang="en-US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dirty="0"/>
              <a:t>C</a:t>
            </a:r>
            <a:r>
              <a:rPr lang="vi-VN" dirty="0"/>
              <a:t>ấp phát văn bằng điện tử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AU" dirty="0" err="1"/>
              <a:t>Xác</a:t>
            </a:r>
            <a:r>
              <a:rPr lang="en-AU" dirty="0"/>
              <a:t> </a:t>
            </a:r>
            <a:r>
              <a:rPr lang="en-AU" dirty="0" err="1"/>
              <a:t>minh</a:t>
            </a:r>
            <a:r>
              <a:rPr lang="en-AU" dirty="0"/>
              <a:t> </a:t>
            </a:r>
            <a:r>
              <a:rPr lang="en-AU" dirty="0" err="1"/>
              <a:t>văn</a:t>
            </a:r>
            <a:r>
              <a:rPr lang="en-AU" dirty="0"/>
              <a:t> </a:t>
            </a:r>
            <a:r>
              <a:rPr lang="en-AU" dirty="0" err="1"/>
              <a:t>bằng</a:t>
            </a:r>
            <a:r>
              <a:rPr lang="en-AU" dirty="0"/>
              <a:t> </a:t>
            </a:r>
            <a:r>
              <a:rPr lang="en-AU" dirty="0" err="1"/>
              <a:t>nhanh</a:t>
            </a:r>
            <a:r>
              <a:rPr lang="en-AU" dirty="0"/>
              <a:t>, </a:t>
            </a:r>
            <a:r>
              <a:rPr lang="en-AU" dirty="0" err="1"/>
              <a:t>công</a:t>
            </a:r>
            <a:r>
              <a:rPr lang="en-AU" dirty="0"/>
              <a:t> </a:t>
            </a:r>
            <a:r>
              <a:rPr lang="en-AU" dirty="0" err="1"/>
              <a:t>khai</a:t>
            </a:r>
            <a:r>
              <a:rPr lang="en-A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81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9FFDA-31AF-BC9D-47A0-691C8944E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56AB-D2E2-E96F-7327-BDF07BDA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Mục</a:t>
            </a:r>
            <a:r>
              <a:rPr lang="en-AU" dirty="0"/>
              <a:t> </a:t>
            </a:r>
            <a:r>
              <a:rPr lang="en-AU" dirty="0" err="1"/>
              <a:t>tiêu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3482B-D4B2-F3C0-E270-DFCAD77A3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Q</a:t>
            </a:r>
            <a:r>
              <a:rPr lang="vi-VN" b="1" dirty="0"/>
              <a:t>uản lý điểm &amp; văn bằng phi tập trung</a:t>
            </a:r>
            <a:r>
              <a:rPr lang="en-US" b="1" dirty="0"/>
              <a:t>, </a:t>
            </a:r>
            <a:r>
              <a:rPr lang="vi-VN" b="1" dirty="0"/>
              <a:t>bất biến, chống sửa đổi và chống làm giả.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 err="1"/>
              <a:t>Tự</a:t>
            </a:r>
            <a:r>
              <a:rPr lang="en-AU" dirty="0"/>
              <a:t> </a:t>
            </a:r>
            <a:r>
              <a:rPr lang="en-AU" dirty="0" err="1"/>
              <a:t>động</a:t>
            </a:r>
            <a:r>
              <a:rPr lang="en-AU" dirty="0"/>
              <a:t> </a:t>
            </a:r>
            <a:r>
              <a:rPr lang="en-AU" dirty="0" err="1"/>
              <a:t>hóa</a:t>
            </a:r>
            <a:r>
              <a:rPr lang="en-AU" dirty="0"/>
              <a:t> </a:t>
            </a:r>
            <a:r>
              <a:rPr lang="en-AU" dirty="0" err="1"/>
              <a:t>xét</a:t>
            </a:r>
            <a:r>
              <a:rPr lang="en-AU" dirty="0"/>
              <a:t> </a:t>
            </a:r>
            <a:r>
              <a:rPr lang="en-AU" dirty="0" err="1"/>
              <a:t>tốt</a:t>
            </a:r>
            <a:r>
              <a:rPr lang="en-AU" dirty="0"/>
              <a:t> </a:t>
            </a:r>
            <a:r>
              <a:rPr lang="en-AU" dirty="0" err="1"/>
              <a:t>nghiệp</a:t>
            </a:r>
            <a:r>
              <a:rPr lang="en-AU" dirty="0"/>
              <a:t>.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Xác thực văn bằng nhanh </a:t>
            </a:r>
            <a:r>
              <a:rPr lang="en-US" dirty="0"/>
              <a:t>-</a:t>
            </a:r>
            <a:r>
              <a:rPr lang="vi-VN" dirty="0"/>
              <a:t> chính xác </a:t>
            </a:r>
            <a:r>
              <a:rPr lang="en-US" dirty="0"/>
              <a:t>-</a:t>
            </a:r>
            <a:r>
              <a:rPr lang="vi-VN" dirty="0"/>
              <a:t> công khai.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vi-VN" dirty="0"/>
              <a:t>cho </a:t>
            </a:r>
            <a:r>
              <a:rPr lang="vi-VN" b="1" dirty="0"/>
              <a:t>chuyển đổi số giáo dục đại học.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Phân tích – thiết kế – triển khai trên </a:t>
            </a:r>
            <a:r>
              <a:rPr lang="vi-VN" b="1" dirty="0"/>
              <a:t>Ethereum.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95425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5BF5F-5543-2EE0-1DA6-1E86FCE35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F72F-4A9C-8793-5F2B-A73087312F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/>
              <a:t>Cơ</a:t>
            </a:r>
            <a:r>
              <a:rPr lang="en-AU" dirty="0"/>
              <a:t> </a:t>
            </a:r>
            <a:r>
              <a:rPr lang="en-AU" dirty="0" err="1"/>
              <a:t>Sở</a:t>
            </a:r>
            <a:r>
              <a:rPr lang="en-AU" dirty="0"/>
              <a:t> Lý </a:t>
            </a:r>
            <a:r>
              <a:rPr lang="en-AU" dirty="0" err="1"/>
              <a:t>Thuyết</a:t>
            </a:r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0A8352-157F-F01B-BB33-96AFE2128E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blockchain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5619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5A88-4A77-18DF-1445-CB5D07A3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3528A-6CB6-A81A-FDB6-CAF3741D5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Blockchain là </a:t>
            </a:r>
            <a:r>
              <a:rPr lang="vi-VN" b="1" dirty="0"/>
              <a:t>sổ cái phân tán</a:t>
            </a:r>
            <a:r>
              <a:rPr lang="vi-VN" dirty="0"/>
              <a:t>, </a:t>
            </a:r>
            <a:r>
              <a:rPr lang="vi-VN" b="1" dirty="0"/>
              <a:t>nơi dữ liệu được ghi thành các khối nối với nhau bằng mã băm </a:t>
            </a:r>
            <a:r>
              <a:rPr lang="vi-VN" dirty="0"/>
              <a:t>nên không thể sửa.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Tất cả các máy trong mạng đều giữ bản sao giống nhau</a:t>
            </a:r>
            <a:r>
              <a:rPr lang="vi-VN" dirty="0"/>
              <a:t>, tạo minh bạch và an toàn.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71286-D310-4A39-98C7-111E07FE7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333" y="481807"/>
            <a:ext cx="3335866" cy="1570038"/>
          </a:xfrm>
        </p:spPr>
        <p:txBody>
          <a:bodyPr anchor="b">
            <a:normAutofit/>
          </a:bodyPr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Công </a:t>
            </a:r>
            <a:r>
              <a:rPr lang="en-US" dirty="0" err="1"/>
              <a:t>Nghệ</a:t>
            </a:r>
            <a:r>
              <a:rPr lang="en-US" dirty="0"/>
              <a:t> Blockchain</a:t>
            </a:r>
            <a:endParaRPr lang="en-AU" dirty="0"/>
          </a:p>
        </p:txBody>
      </p:sp>
      <p:pic>
        <p:nvPicPr>
          <p:cNvPr id="4" name="Picture 3" descr="A diagram of a blockchain network&#10;&#10;AI-generated content may be incorrect.">
            <a:extLst>
              <a:ext uri="{FF2B5EF4-FFF2-40B4-BE49-F238E27FC236}">
                <a16:creationId xmlns:a16="http://schemas.microsoft.com/office/drawing/2014/main" id="{03A1AA74-175D-5910-1BF5-2DC8652DBD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302" y="2051845"/>
            <a:ext cx="7685088" cy="4188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7" descr="A close-up of a cube&#10;&#10;AI-generated content may be incorrect.">
            <a:extLst>
              <a:ext uri="{FF2B5EF4-FFF2-40B4-BE49-F238E27FC236}">
                <a16:creationId xmlns:a16="http://schemas.microsoft.com/office/drawing/2014/main" id="{49B348A1-FCA6-3944-A112-77BE789CF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581" y="67949"/>
            <a:ext cx="6900443" cy="18113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9043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F83D-7B0C-3087-E442-B0EBEE08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36EE-6ACE-90D8-3B07-D9CB4E45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Cơ</a:t>
            </a:r>
            <a:r>
              <a:rPr lang="en-AU" dirty="0"/>
              <a:t> </a:t>
            </a:r>
            <a:r>
              <a:rPr lang="en-AU" dirty="0" err="1"/>
              <a:t>chế</a:t>
            </a:r>
            <a:r>
              <a:rPr lang="en-AU" dirty="0"/>
              <a:t> </a:t>
            </a:r>
            <a:r>
              <a:rPr lang="en-AU" dirty="0" err="1"/>
              <a:t>đồng</a:t>
            </a:r>
            <a:r>
              <a:rPr lang="en-AU" dirty="0"/>
              <a:t> </a:t>
            </a:r>
            <a:r>
              <a:rPr lang="en-AU" dirty="0" err="1"/>
              <a:t>thuận</a:t>
            </a:r>
            <a:r>
              <a:rPr lang="en-AU" dirty="0"/>
              <a:t> </a:t>
            </a:r>
            <a:r>
              <a:rPr lang="en-AU" dirty="0" err="1"/>
              <a:t>của</a:t>
            </a:r>
            <a:r>
              <a:rPr lang="en-AU" dirty="0"/>
              <a:t> Blockchain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36EA-76FF-77BE-6FEF-9D922AA823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568"/>
            <a:ext cx="10515600" cy="116982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Proof of Work (PoW)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Proof of Stake (</a:t>
            </a:r>
            <a:r>
              <a:rPr lang="en-US" b="1" dirty="0" err="1"/>
              <a:t>PoS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cổ</a:t>
            </a:r>
            <a:r>
              <a:rPr lang="en-US" dirty="0"/>
              <a:t> </a:t>
            </a:r>
            <a:r>
              <a:rPr lang="en-US" dirty="0" err="1"/>
              <a:t>phần</a:t>
            </a:r>
            <a:endParaRPr lang="en-A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B499EE-6054-A3F9-9226-47DFF917A23D}"/>
              </a:ext>
            </a:extLst>
          </p:cNvPr>
          <p:cNvSpPr txBox="1">
            <a:spLocks/>
          </p:cNvSpPr>
          <p:nvPr/>
        </p:nvSpPr>
        <p:spPr>
          <a:xfrm>
            <a:off x="838200" y="26473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AU" dirty="0"/>
              <a:t>Các </a:t>
            </a:r>
            <a:r>
              <a:rPr lang="en-AU" dirty="0" err="1"/>
              <a:t>tính</a:t>
            </a:r>
            <a:r>
              <a:rPr lang="en-AU" dirty="0"/>
              <a:t> </a:t>
            </a:r>
            <a:r>
              <a:rPr lang="en-AU" dirty="0" err="1"/>
              <a:t>chất</a:t>
            </a:r>
            <a:r>
              <a:rPr lang="en-AU" dirty="0"/>
              <a:t> </a:t>
            </a:r>
            <a:r>
              <a:rPr lang="en-AU" dirty="0" err="1"/>
              <a:t>của</a:t>
            </a:r>
            <a:r>
              <a:rPr lang="en-AU" dirty="0"/>
              <a:t> Blockchain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FA621E-BEA5-0947-B068-4D49B8F56216}"/>
              </a:ext>
            </a:extLst>
          </p:cNvPr>
          <p:cNvSpPr txBox="1">
            <a:spLocks/>
          </p:cNvSpPr>
          <p:nvPr/>
        </p:nvSpPr>
        <p:spPr>
          <a:xfrm>
            <a:off x="838200" y="3817215"/>
            <a:ext cx="10515600" cy="1634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just" defTabSz="9144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  <a:lvl2pPr marL="4572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2pPr>
            <a:lvl3pPr marL="9144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3pPr>
            <a:lvl4pPr marL="13716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4pPr>
            <a:lvl5pPr marL="1828800" indent="0" algn="just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Phi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trung</a:t>
            </a:r>
            <a:r>
              <a:rPr lang="en-US" b="1" dirty="0"/>
              <a:t> </a:t>
            </a:r>
            <a:r>
              <a:rPr lang="en-AU" b="1" dirty="0"/>
              <a:t>(Decentralization)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b="1" dirty="0" err="1"/>
              <a:t>Bất</a:t>
            </a:r>
            <a:r>
              <a:rPr lang="en-AU" b="1" dirty="0"/>
              <a:t> </a:t>
            </a:r>
            <a:r>
              <a:rPr lang="en-AU" b="1" dirty="0" err="1"/>
              <a:t>biến</a:t>
            </a:r>
            <a:r>
              <a:rPr lang="en-AU" b="1" dirty="0"/>
              <a:t> (Immutability)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b="1" dirty="0"/>
              <a:t>Minh </a:t>
            </a:r>
            <a:r>
              <a:rPr lang="en-AU" b="1" dirty="0" err="1"/>
              <a:t>bạch</a:t>
            </a:r>
            <a:r>
              <a:rPr lang="en-AU" b="1" dirty="0"/>
              <a:t> </a:t>
            </a:r>
            <a:r>
              <a:rPr lang="en-US" b="1" dirty="0"/>
              <a:t>(</a:t>
            </a:r>
            <a:r>
              <a:rPr lang="en-AU" b="1" dirty="0"/>
              <a:t>Transparency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6692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5CB7-4169-A69A-7732-A1B41EFC1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9228B-8587-A22C-D2E5-6E07ED6A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Ethereum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A87AE4-78C0-EB93-29B2-CC04B6311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2974"/>
            <a:ext cx="10515600" cy="481398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Tổng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Quan: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Ethereum là blockchain thế hệ hai ra </a:t>
            </a:r>
            <a:r>
              <a:rPr lang="vi-VN" b="1" dirty="0"/>
              <a:t>mắt năm 2015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Đ</a:t>
            </a:r>
            <a:r>
              <a:rPr lang="vi-VN" dirty="0"/>
              <a:t>ược thiết kế như “máy tính thế giới” </a:t>
            </a:r>
            <a:r>
              <a:rPr lang="vi-VN" b="1" dirty="0"/>
              <a:t>cho phép chạy smart contract và D</a:t>
            </a:r>
            <a:r>
              <a:rPr lang="en-US" b="1" dirty="0"/>
              <a:t>A</a:t>
            </a:r>
            <a:r>
              <a:rPr lang="vi-VN" b="1" dirty="0"/>
              <a:t>pp</a:t>
            </a:r>
            <a:r>
              <a:rPr lang="en-US" b="1" dirty="0"/>
              <a:t>s </a:t>
            </a:r>
            <a:r>
              <a:rPr lang="en-US" b="1" dirty="0" err="1"/>
              <a:t>trên</a:t>
            </a:r>
            <a:r>
              <a:rPr lang="en-US" b="1" dirty="0"/>
              <a:t> EVM (</a:t>
            </a:r>
            <a:r>
              <a:rPr lang="en-AU" dirty="0"/>
              <a:t>Ethereum Virtual Machine</a:t>
            </a:r>
            <a:r>
              <a:rPr lang="en-US" b="1" dirty="0"/>
              <a:t>)</a:t>
            </a:r>
            <a:r>
              <a:rPr lang="vi-VN" dirty="0"/>
              <a:t>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X</a:t>
            </a:r>
            <a:r>
              <a:rPr lang="vi-VN" b="1" dirty="0"/>
              <a:t>ử lý được logic </a:t>
            </a:r>
            <a:r>
              <a:rPr lang="vi-VN" dirty="0"/>
              <a:t>phức tạp.</a:t>
            </a:r>
            <a:endParaRPr lang="en-US" dirty="0"/>
          </a:p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Cấu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trúc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Smart Contracts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Ethereum Virtual Machine (EVM)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Ether (ETH)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Blockchain Layer</a:t>
            </a:r>
            <a:endParaRPr lang="en-US" b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Consensus Layer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2053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1E45E-F147-8091-5B26-B65DE329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FC68-434C-6EC1-6D97-6599D50EC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567" y="2428846"/>
            <a:ext cx="10029565" cy="1263260"/>
          </a:xfrm>
        </p:spPr>
        <p:txBody>
          <a:bodyPr/>
          <a:lstStyle/>
          <a:p>
            <a:r>
              <a:rPr lang="en-US" dirty="0"/>
              <a:t>X</a:t>
            </a:r>
            <a:r>
              <a:rPr lang="vi-VN" dirty="0"/>
              <a:t>ây dựng hệ thống quản lý dữ liệu học tập và cấp phát văn bằng số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7038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D12F0-F86F-7A00-EF33-205E22ED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0B06-B9F8-81CF-C9B5-F5502BD6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Mô</a:t>
            </a:r>
            <a:r>
              <a:rPr lang="en-AU" dirty="0"/>
              <a:t> </a:t>
            </a:r>
            <a:r>
              <a:rPr lang="en-AU" dirty="0" err="1"/>
              <a:t>hình</a:t>
            </a:r>
            <a:r>
              <a:rPr lang="en-AU" dirty="0"/>
              <a:t> </a:t>
            </a:r>
            <a:r>
              <a:rPr lang="en-AU" dirty="0" err="1"/>
              <a:t>kiến</a:t>
            </a:r>
            <a:r>
              <a:rPr lang="en-AU" dirty="0"/>
              <a:t> </a:t>
            </a:r>
            <a:r>
              <a:rPr lang="en-AU" dirty="0" err="1"/>
              <a:t>trúc</a:t>
            </a:r>
            <a:r>
              <a:rPr lang="en-AU" dirty="0"/>
              <a:t> </a:t>
            </a:r>
            <a:r>
              <a:rPr lang="en-AU" dirty="0" err="1"/>
              <a:t>tổng</a:t>
            </a:r>
            <a:r>
              <a:rPr lang="en-AU" dirty="0"/>
              <a:t> </a:t>
            </a:r>
            <a:r>
              <a:rPr lang="en-AU" dirty="0" err="1"/>
              <a:t>quan</a:t>
            </a:r>
            <a:r>
              <a:rPr lang="en-AU" dirty="0"/>
              <a:t> </a:t>
            </a:r>
            <a:r>
              <a:rPr lang="en-AU" dirty="0" err="1"/>
              <a:t>hệ</a:t>
            </a:r>
            <a:r>
              <a:rPr lang="en-AU" dirty="0"/>
              <a:t> </a:t>
            </a:r>
            <a:r>
              <a:rPr lang="en-AU" dirty="0" err="1"/>
              <a:t>thống</a:t>
            </a:r>
            <a:endParaRPr lang="en-AU" dirty="0"/>
          </a:p>
        </p:txBody>
      </p:sp>
      <p:pic>
        <p:nvPicPr>
          <p:cNvPr id="5" name="Picture 4" descr="A diagram of a blockchain network&#10;&#10;AI-generated content may be incorrect.">
            <a:extLst>
              <a:ext uri="{FF2B5EF4-FFF2-40B4-BE49-F238E27FC236}">
                <a16:creationId xmlns:a16="http://schemas.microsoft.com/office/drawing/2014/main" id="{21CFE5BC-1FF9-48DB-911F-ACD23B2C7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637" y="1262705"/>
            <a:ext cx="7640116" cy="49536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66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2AAF-F744-EF74-9FAE-DEA4F2B9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C876C-6C0F-1A5A-1CBE-C465E12E6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333" y="481807"/>
            <a:ext cx="3335866" cy="1570038"/>
          </a:xfrm>
        </p:spPr>
        <p:txBody>
          <a:bodyPr anchor="b">
            <a:normAutofit/>
          </a:bodyPr>
          <a:lstStyle/>
          <a:p>
            <a:r>
              <a:rPr lang="en-AU" sz="2600" i="1" dirty="0" err="1"/>
              <a:t>Luồng</a:t>
            </a:r>
            <a:r>
              <a:rPr lang="en-AU" sz="2600" i="1" dirty="0"/>
              <a:t> </a:t>
            </a:r>
            <a:r>
              <a:rPr lang="en-AU" sz="2600" i="1" dirty="0" err="1"/>
              <a:t>xử</a:t>
            </a:r>
            <a:r>
              <a:rPr lang="en-AU" sz="2600" i="1" dirty="0"/>
              <a:t> </a:t>
            </a:r>
            <a:r>
              <a:rPr lang="en-AU" sz="2600" i="1" dirty="0" err="1"/>
              <a:t>lý</a:t>
            </a:r>
            <a:r>
              <a:rPr lang="en-AU" sz="2600" i="1" dirty="0"/>
              <a:t> </a:t>
            </a:r>
            <a:r>
              <a:rPr lang="en-AU" sz="2600" i="1" dirty="0" err="1"/>
              <a:t>nghiệp</a:t>
            </a:r>
            <a:r>
              <a:rPr lang="en-AU" sz="2600" i="1" dirty="0"/>
              <a:t> </a:t>
            </a:r>
            <a:r>
              <a:rPr lang="en-AU" sz="2600" i="1" dirty="0" err="1"/>
              <a:t>vụ</a:t>
            </a:r>
            <a:r>
              <a:rPr lang="en-AU" sz="2600" i="1" dirty="0"/>
              <a:t> </a:t>
            </a:r>
            <a:r>
              <a:rPr lang="en-AU" sz="2600" i="1" dirty="0" err="1"/>
              <a:t>trong</a:t>
            </a:r>
            <a:r>
              <a:rPr lang="en-AU" sz="2600" i="1" dirty="0"/>
              <a:t> </a:t>
            </a:r>
            <a:r>
              <a:rPr lang="en-AU" sz="2600" i="1" dirty="0" err="1"/>
              <a:t>hệ</a:t>
            </a:r>
            <a:r>
              <a:rPr lang="en-AU" sz="2600" i="1" dirty="0"/>
              <a:t> </a:t>
            </a:r>
            <a:r>
              <a:rPr lang="en-AU" sz="2600" i="1" dirty="0" err="1"/>
              <a:t>thống</a:t>
            </a:r>
            <a:r>
              <a:rPr lang="en-AU" sz="2600" i="1" dirty="0"/>
              <a:t> </a:t>
            </a:r>
            <a:r>
              <a:rPr lang="en-AU" sz="2600" i="1" dirty="0" err="1"/>
              <a:t>quản</a:t>
            </a:r>
            <a:r>
              <a:rPr lang="en-AU" sz="2600" i="1" dirty="0"/>
              <a:t> </a:t>
            </a:r>
            <a:r>
              <a:rPr lang="en-AU" sz="2600" i="1" dirty="0" err="1"/>
              <a:t>lý</a:t>
            </a:r>
            <a:r>
              <a:rPr lang="en-AU" sz="2600" i="1" dirty="0"/>
              <a:t> </a:t>
            </a:r>
            <a:r>
              <a:rPr lang="en-AU" sz="2600" i="1" dirty="0" err="1"/>
              <a:t>dữ</a:t>
            </a:r>
            <a:r>
              <a:rPr lang="en-AU" sz="2600" i="1" dirty="0"/>
              <a:t> </a:t>
            </a:r>
            <a:r>
              <a:rPr lang="en-AU" sz="2600" i="1" dirty="0" err="1"/>
              <a:t>liệu</a:t>
            </a:r>
            <a:r>
              <a:rPr lang="en-AU" sz="2600" i="1" dirty="0"/>
              <a:t> </a:t>
            </a:r>
            <a:r>
              <a:rPr lang="en-AU" sz="2600" i="1" dirty="0" err="1"/>
              <a:t>học</a:t>
            </a:r>
            <a:r>
              <a:rPr lang="en-AU" sz="2600" i="1" dirty="0"/>
              <a:t> </a:t>
            </a:r>
            <a:r>
              <a:rPr lang="en-AU" sz="2600" i="1" dirty="0" err="1"/>
              <a:t>tập</a:t>
            </a:r>
            <a:r>
              <a:rPr lang="en-AU" sz="2600" i="1" dirty="0"/>
              <a:t> </a:t>
            </a:r>
            <a:r>
              <a:rPr lang="en-AU" sz="2600" i="1" dirty="0" err="1"/>
              <a:t>của</a:t>
            </a:r>
            <a:r>
              <a:rPr lang="en-AU" sz="2600" i="1" dirty="0"/>
              <a:t> </a:t>
            </a:r>
            <a:r>
              <a:rPr lang="en-AU" sz="2600" i="1" dirty="0" err="1"/>
              <a:t>sinh</a:t>
            </a:r>
            <a:r>
              <a:rPr lang="en-AU" sz="2600" i="1" dirty="0"/>
              <a:t> </a:t>
            </a:r>
            <a:r>
              <a:rPr lang="en-AU" sz="2600" i="1" dirty="0" err="1"/>
              <a:t>viên</a:t>
            </a:r>
            <a:endParaRPr lang="en-AU" sz="2600" dirty="0"/>
          </a:p>
        </p:txBody>
      </p:sp>
      <p:pic>
        <p:nvPicPr>
          <p:cNvPr id="3" name="Picture 2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79526E87-24C1-82E3-EA71-2406F2E5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781" y="117526"/>
            <a:ext cx="5907722" cy="61538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612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BD59C-15B9-4DFE-F759-5179FAE0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E933-1AC2-2A40-65A6-7E92B476B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vi-VN" i="1" dirty="0"/>
              <a:t>Cấu trúc chuỗi block lưu trữ hồ sơ học tập của </a:t>
            </a:r>
            <a:r>
              <a:rPr lang="en-US" i="1" dirty="0" err="1"/>
              <a:t>một</a:t>
            </a:r>
            <a:r>
              <a:rPr lang="en-US" i="1" dirty="0"/>
              <a:t> </a:t>
            </a:r>
            <a:r>
              <a:rPr lang="vi-VN" i="1" dirty="0"/>
              <a:t>sinh viên</a:t>
            </a:r>
            <a:endParaRPr lang="en-AU" dirty="0"/>
          </a:p>
        </p:txBody>
      </p:sp>
      <p:pic>
        <p:nvPicPr>
          <p:cNvPr id="4" name="Picture 3" descr="A white box with black text&#10;&#10;AI-generated content may be incorrect.">
            <a:extLst>
              <a:ext uri="{FF2B5EF4-FFF2-40B4-BE49-F238E27FC236}">
                <a16:creationId xmlns:a16="http://schemas.microsoft.com/office/drawing/2014/main" id="{FC3570D5-B164-EC73-5111-36C7F7359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0508"/>
            <a:ext cx="10515600" cy="24185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5EC5FF1-1BE9-871C-32A3-C55016E7B2CF}"/>
              </a:ext>
            </a:extLst>
          </p:cNvPr>
          <p:cNvSpPr txBox="1">
            <a:spLocks/>
          </p:cNvSpPr>
          <p:nvPr/>
        </p:nvSpPr>
        <p:spPr>
          <a:xfrm>
            <a:off x="838200" y="4420162"/>
            <a:ext cx="10515600" cy="947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AU" dirty="0"/>
              <a:t>Công </a:t>
            </a:r>
            <a:r>
              <a:rPr lang="en-AU" dirty="0" err="1"/>
              <a:t>cụ</a:t>
            </a:r>
            <a:r>
              <a:rPr lang="en-AU" dirty="0"/>
              <a:t> </a:t>
            </a:r>
            <a:r>
              <a:rPr lang="en-AU" dirty="0" err="1"/>
              <a:t>xây</a:t>
            </a:r>
            <a:r>
              <a:rPr lang="en-AU" dirty="0"/>
              <a:t> </a:t>
            </a:r>
            <a:r>
              <a:rPr lang="en-AU" dirty="0" err="1"/>
              <a:t>dựng</a:t>
            </a:r>
            <a:r>
              <a:rPr lang="en-AU" dirty="0"/>
              <a:t> </a:t>
            </a:r>
            <a:r>
              <a:rPr lang="en-AU" dirty="0" err="1"/>
              <a:t>hệ</a:t>
            </a:r>
            <a:r>
              <a:rPr lang="en-AU" dirty="0"/>
              <a:t> </a:t>
            </a:r>
            <a:r>
              <a:rPr lang="en-AU" dirty="0" err="1"/>
              <a:t>thống</a:t>
            </a: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84B51F-EBFE-8158-372C-6FD473F0A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367492"/>
            <a:ext cx="10515600" cy="615650"/>
          </a:xfrm>
        </p:spPr>
        <p:txBody>
          <a:bodyPr>
            <a:normAutofit/>
          </a:bodyPr>
          <a:lstStyle/>
          <a:p>
            <a:r>
              <a:rPr lang="en-US" dirty="0"/>
              <a:t>Solidity, Truffle, Ganache, </a:t>
            </a:r>
            <a:r>
              <a:rPr lang="en-US" dirty="0" err="1"/>
              <a:t>Metamask</a:t>
            </a:r>
            <a:r>
              <a:rPr lang="en-US" dirty="0"/>
              <a:t>, Web3.js, …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944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EF01-DE62-4A14-285F-A1DED0864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0F727-3DE4-CD1F-7CBC-DB2481E74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567" y="2690190"/>
            <a:ext cx="10029565" cy="738809"/>
          </a:xfrm>
        </p:spPr>
        <p:txBody>
          <a:bodyPr anchor="ctr">
            <a:normAutofit/>
          </a:bodyPr>
          <a:lstStyle/>
          <a:p>
            <a:r>
              <a:rPr lang="en-US" dirty="0"/>
              <a:t>S</a:t>
            </a:r>
            <a:r>
              <a:rPr lang="en-AU" dirty="0"/>
              <a:t>ơ </a:t>
            </a:r>
            <a:r>
              <a:rPr lang="en-AU" dirty="0" err="1"/>
              <a:t>đồ</a:t>
            </a:r>
            <a:r>
              <a:rPr lang="en-AU" dirty="0"/>
              <a:t> use case</a:t>
            </a:r>
          </a:p>
        </p:txBody>
      </p:sp>
    </p:spTree>
    <p:extLst>
      <p:ext uri="{BB962C8B-B14F-4D97-AF65-F5344CB8AC3E}">
        <p14:creationId xmlns:p14="http://schemas.microsoft.com/office/powerpoint/2010/main" val="526328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A8466-7DF5-B052-216D-C08FF27F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90FD44-C0E5-B315-2EB6-2D741EAFB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940" y="220212"/>
            <a:ext cx="9379741" cy="61175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0435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57A6AD-5036-74AF-E1D4-F56278654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1021E4B0-541F-51A9-F49C-C79BFE2987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64"/>
          <a:stretch>
            <a:fillRect/>
          </a:stretch>
        </p:blipFill>
        <p:spPr bwMode="auto">
          <a:xfrm>
            <a:off x="1633694" y="268288"/>
            <a:ext cx="9057961" cy="6073775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9929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D3B4626-60C5-607A-F2BF-0716EC805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75187-C863-4F96-2975-2ED90D91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330" y="268288"/>
            <a:ext cx="9202689" cy="6073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63087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BE6D6F-DDC9-3ED6-C658-972BE752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iagram&#10;&#10;AI-generated content may be incorrect.">
            <a:extLst>
              <a:ext uri="{FF2B5EF4-FFF2-40B4-BE49-F238E27FC236}">
                <a16:creationId xmlns:a16="http://schemas.microsoft.com/office/drawing/2014/main" id="{E37336BD-7E40-ED49-DFDD-D768C6985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2226"/>
            <a:ext cx="10458450" cy="60658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63871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79EA1-EE52-AA8E-C02F-6EDA79E53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4B20-DF2D-8F79-02FB-32CF761C6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</a:t>
            </a:r>
            <a:r>
              <a:rPr lang="en-AU" dirty="0" err="1"/>
              <a:t>iao</a:t>
            </a:r>
            <a:r>
              <a:rPr lang="en-AU" dirty="0"/>
              <a:t> </a:t>
            </a:r>
            <a:r>
              <a:rPr lang="en-AU" dirty="0" err="1"/>
              <a:t>Diện</a:t>
            </a:r>
            <a:r>
              <a:rPr lang="en-AU" dirty="0"/>
              <a:t> </a:t>
            </a:r>
            <a:r>
              <a:rPr lang="en-AU" dirty="0" err="1"/>
              <a:t>Hệ</a:t>
            </a:r>
            <a:r>
              <a:rPr lang="en-AU" dirty="0"/>
              <a:t> </a:t>
            </a:r>
            <a:r>
              <a:rPr lang="en-AU" dirty="0" err="1"/>
              <a:t>Thống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7873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799A-F311-5995-F74F-3847549C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942703-32F2-B0CE-C0F2-4AE7B12257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3" t="725" r="236"/>
          <a:stretch>
            <a:fillRect/>
          </a:stretch>
        </p:blipFill>
        <p:spPr bwMode="auto">
          <a:xfrm>
            <a:off x="2937236" y="0"/>
            <a:ext cx="5939155" cy="6424930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84112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ACAB3-3366-6EA0-25FD-331C46632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714A7B-0897-49BC-07B3-2CE62FB4CB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4" t="11114" r="767" b="15563"/>
          <a:stretch>
            <a:fillRect/>
          </a:stretch>
        </p:blipFill>
        <p:spPr bwMode="auto">
          <a:xfrm>
            <a:off x="2265806" y="0"/>
            <a:ext cx="7660388" cy="6432331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81042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3B64B-B716-7FA5-B10D-BCF55CD8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3C5A14-DE17-AC62-3870-C65D115AEB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" b="1535"/>
          <a:stretch>
            <a:fillRect/>
          </a:stretch>
        </p:blipFill>
        <p:spPr bwMode="auto">
          <a:xfrm>
            <a:off x="2033555" y="253013"/>
            <a:ext cx="8124890" cy="6041433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0528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C6969-C0A0-AD1D-E618-0A51717D1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A4E8A2-26E5-042E-0DD4-0454DF09D2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6" r="649" b="6604"/>
          <a:stretch>
            <a:fillRect/>
          </a:stretch>
        </p:blipFill>
        <p:spPr bwMode="auto">
          <a:xfrm>
            <a:off x="1407142" y="268288"/>
            <a:ext cx="9511065" cy="6073775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8861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B2718-ACAB-36C4-252D-66BA740F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70517A-6AF0-BD0C-6ED2-0BE39E813A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8" t="1014"/>
          <a:stretch>
            <a:fillRect/>
          </a:stretch>
        </p:blipFill>
        <p:spPr bwMode="auto">
          <a:xfrm>
            <a:off x="2936831" y="268288"/>
            <a:ext cx="6451687" cy="6073775"/>
          </a:xfrm>
          <a:prstGeom prst="rect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32403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43E12-45EC-53DF-EDDC-D06CDA61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8E4460-5C55-9EBB-9F8C-163FADCA7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277" y="268288"/>
            <a:ext cx="8770795" cy="6073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83430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BFB2-CD67-E306-C2F3-D9D799270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ertificate with text on it&#10;&#10;AI-generated content may be incorrect.">
            <a:extLst>
              <a:ext uri="{FF2B5EF4-FFF2-40B4-BE49-F238E27FC236}">
                <a16:creationId xmlns:a16="http://schemas.microsoft.com/office/drawing/2014/main" id="{E5446DAC-0556-076E-E4A3-2BB1611A4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254" y="268288"/>
            <a:ext cx="8584842" cy="60737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22213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FBC72-47B5-43F2-3981-22C31E31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6B7D77-91C3-9115-A14E-E489BA38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887" y="268288"/>
            <a:ext cx="7939575" cy="6073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6144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25AF-EDAA-4425-6104-8F2FB2A75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8CB29-1660-3D82-6B2D-ED7825912D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err="1"/>
              <a:t>Kết</a:t>
            </a:r>
            <a:r>
              <a:rPr lang="en-AU" dirty="0"/>
              <a:t> </a:t>
            </a:r>
            <a:r>
              <a:rPr lang="en-AU" dirty="0" err="1"/>
              <a:t>quả</a:t>
            </a:r>
            <a:r>
              <a:rPr lang="en-AU" dirty="0"/>
              <a:t> </a:t>
            </a:r>
            <a:r>
              <a:rPr lang="en-AU" dirty="0" err="1"/>
              <a:t>và</a:t>
            </a:r>
            <a:r>
              <a:rPr lang="en-AU" dirty="0"/>
              <a:t> </a:t>
            </a:r>
            <a:r>
              <a:rPr lang="en-AU" dirty="0" err="1"/>
              <a:t>hướng</a:t>
            </a:r>
            <a:r>
              <a:rPr lang="en-AU" dirty="0"/>
              <a:t> </a:t>
            </a:r>
            <a:r>
              <a:rPr lang="en-AU" dirty="0" err="1"/>
              <a:t>phát</a:t>
            </a:r>
            <a:r>
              <a:rPr lang="en-AU" dirty="0"/>
              <a:t> </a:t>
            </a:r>
            <a:r>
              <a:rPr lang="en-AU" dirty="0" err="1"/>
              <a:t>triển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489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65079-4491-A1D3-E87A-66CCBFD4D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54FB3-5122-B0BE-A921-269164416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Kết</a:t>
            </a:r>
            <a:r>
              <a:rPr lang="en-AU" dirty="0"/>
              <a:t> </a:t>
            </a:r>
            <a:r>
              <a:rPr lang="en-AU" dirty="0" err="1"/>
              <a:t>quả</a:t>
            </a:r>
            <a:r>
              <a:rPr lang="en-AU" dirty="0"/>
              <a:t> </a:t>
            </a:r>
            <a:r>
              <a:rPr lang="en-AU" dirty="0" err="1"/>
              <a:t>đạt</a:t>
            </a:r>
            <a:r>
              <a:rPr lang="en-AU" dirty="0"/>
              <a:t> </a:t>
            </a:r>
            <a:r>
              <a:rPr lang="en-AU" dirty="0" err="1"/>
              <a:t>được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02ACD-442D-C66F-C8C6-33007F983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Xây dựng thành công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vi-VN" dirty="0"/>
              <a:t> quản lý điểm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vi-VN" dirty="0"/>
              <a:t> và văn bằng trên Ethereum.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Mô hình hóa và triển khai đầy đủ các quy trình nghiệp vụ bằng smart contract.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Phát triển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vi-VN" dirty="0"/>
              <a:t> </a:t>
            </a:r>
            <a:r>
              <a:rPr lang="vi-VN" b="1" dirty="0"/>
              <a:t>web </a:t>
            </a:r>
            <a:r>
              <a:rPr lang="en-US" b="1" dirty="0"/>
              <a:t>DA</a:t>
            </a:r>
            <a:r>
              <a:rPr lang="vi-VN" b="1" dirty="0"/>
              <a:t>pp</a:t>
            </a:r>
            <a:r>
              <a:rPr lang="en-US" b="1" dirty="0"/>
              <a:t>s </a:t>
            </a:r>
            <a:r>
              <a:rPr lang="vi-VN" dirty="0"/>
              <a:t>tương tác với blockchain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AU" dirty="0" err="1"/>
              <a:t>Hệ</a:t>
            </a:r>
            <a:r>
              <a:rPr lang="en-AU" dirty="0"/>
              <a:t> </a:t>
            </a:r>
            <a:r>
              <a:rPr lang="en-AU" dirty="0" err="1"/>
              <a:t>thống</a:t>
            </a:r>
            <a:r>
              <a:rPr lang="en-AU" dirty="0"/>
              <a:t> </a:t>
            </a:r>
            <a:r>
              <a:rPr lang="en-AU" dirty="0" err="1"/>
              <a:t>đảm</a:t>
            </a:r>
            <a:r>
              <a:rPr lang="en-AU" dirty="0"/>
              <a:t> </a:t>
            </a:r>
            <a:r>
              <a:rPr lang="en-AU" dirty="0" err="1"/>
              <a:t>bảo</a:t>
            </a:r>
            <a:r>
              <a:rPr lang="en-AU" dirty="0"/>
              <a:t> </a:t>
            </a:r>
            <a:r>
              <a:rPr lang="en-AU" dirty="0" err="1"/>
              <a:t>tính</a:t>
            </a:r>
            <a:r>
              <a:rPr lang="en-AU" dirty="0"/>
              <a:t> </a:t>
            </a:r>
            <a:r>
              <a:rPr lang="en-AU" b="1" dirty="0" err="1"/>
              <a:t>minh</a:t>
            </a:r>
            <a:r>
              <a:rPr lang="en-AU" b="1" dirty="0"/>
              <a:t> </a:t>
            </a:r>
            <a:r>
              <a:rPr lang="en-AU" b="1" dirty="0" err="1"/>
              <a:t>bạch</a:t>
            </a:r>
            <a:r>
              <a:rPr lang="en-AU" b="1" dirty="0"/>
              <a:t>, </a:t>
            </a:r>
            <a:r>
              <a:rPr lang="en-AU" b="1" dirty="0" err="1"/>
              <a:t>bất</a:t>
            </a:r>
            <a:r>
              <a:rPr lang="en-AU" b="1" dirty="0"/>
              <a:t> </a:t>
            </a:r>
            <a:r>
              <a:rPr lang="en-AU" b="1" dirty="0" err="1"/>
              <a:t>biến</a:t>
            </a:r>
            <a:r>
              <a:rPr lang="en-AU" b="1" dirty="0"/>
              <a:t> </a:t>
            </a:r>
            <a:r>
              <a:rPr lang="en-AU" b="1" dirty="0" err="1"/>
              <a:t>và</a:t>
            </a:r>
            <a:r>
              <a:rPr lang="en-AU" b="1" dirty="0"/>
              <a:t> </a:t>
            </a:r>
            <a:r>
              <a:rPr lang="en-AU" b="1" dirty="0" err="1"/>
              <a:t>khả</a:t>
            </a:r>
            <a:r>
              <a:rPr lang="en-AU" b="1" dirty="0"/>
              <a:t> </a:t>
            </a:r>
            <a:r>
              <a:rPr lang="en-AU" b="1" dirty="0" err="1"/>
              <a:t>năng</a:t>
            </a:r>
            <a:r>
              <a:rPr lang="en-AU" b="1" dirty="0"/>
              <a:t> </a:t>
            </a:r>
            <a:r>
              <a:rPr lang="en-AU" b="1" dirty="0" err="1"/>
              <a:t>truy</a:t>
            </a:r>
            <a:r>
              <a:rPr lang="en-AU" b="1" dirty="0"/>
              <a:t> </a:t>
            </a:r>
            <a:r>
              <a:rPr lang="en-AU" b="1" dirty="0" err="1"/>
              <a:t>vết</a:t>
            </a:r>
            <a:r>
              <a:rPr lang="en-AU" b="1" dirty="0"/>
              <a:t> </a:t>
            </a:r>
            <a:r>
              <a:rPr lang="en-AU" dirty="0" err="1"/>
              <a:t>dữ</a:t>
            </a:r>
            <a:r>
              <a:rPr lang="en-AU" dirty="0"/>
              <a:t> </a:t>
            </a:r>
            <a:r>
              <a:rPr lang="en-AU" dirty="0" err="1"/>
              <a:t>liệu</a:t>
            </a:r>
            <a:r>
              <a:rPr lang="en-AU" dirty="0"/>
              <a:t>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dirty="0"/>
              <a:t>Khẳng định tính khả thi và lợi ích của blockchain trong giáo dục.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4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F86F8-ADC4-A3EC-A44F-0BE2F3CD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A75B-C178-A227-76AA-3D35F34A8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Đánh</a:t>
            </a:r>
            <a:r>
              <a:rPr lang="en-AU" dirty="0"/>
              <a:t> </a:t>
            </a:r>
            <a:r>
              <a:rPr lang="en-AU" dirty="0" err="1"/>
              <a:t>giá</a:t>
            </a:r>
            <a:r>
              <a:rPr lang="en-AU" dirty="0"/>
              <a:t> </a:t>
            </a:r>
            <a:r>
              <a:rPr lang="en-AU" dirty="0" err="1"/>
              <a:t>hạn</a:t>
            </a:r>
            <a:r>
              <a:rPr lang="en-AU" dirty="0"/>
              <a:t> </a:t>
            </a:r>
            <a:r>
              <a:rPr lang="en-AU" dirty="0" err="1"/>
              <a:t>chế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0EAAF-9E80-09A6-7B95-B58197542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Chi phí</a:t>
            </a:r>
            <a:r>
              <a:rPr lang="en-US" b="1" dirty="0"/>
              <a:t> </a:t>
            </a:r>
            <a:r>
              <a:rPr lang="en-US" b="1" dirty="0" err="1"/>
              <a:t>lưu</a:t>
            </a:r>
            <a:r>
              <a:rPr lang="en-US" b="1" dirty="0"/>
              <a:t> </a:t>
            </a:r>
            <a:r>
              <a:rPr lang="en-US" b="1" dirty="0" err="1"/>
              <a:t>trữ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vi-VN" b="1" dirty="0"/>
              <a:t>:</a:t>
            </a:r>
            <a:r>
              <a:rPr lang="en-US" b="1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vi-VN" dirty="0"/>
              <a:t>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 err="1"/>
              <a:t>Chưa</a:t>
            </a:r>
            <a:r>
              <a:rPr lang="en-US" b="1" dirty="0"/>
              <a:t> </a:t>
            </a:r>
            <a:r>
              <a:rPr lang="en-US" b="1" dirty="0" err="1"/>
              <a:t>triển</a:t>
            </a:r>
            <a:r>
              <a:rPr lang="en-US" b="1" dirty="0"/>
              <a:t> </a:t>
            </a:r>
            <a:r>
              <a:rPr lang="en-US" b="1" dirty="0" err="1"/>
              <a:t>khai</a:t>
            </a:r>
            <a:r>
              <a:rPr lang="en-US" b="1" dirty="0"/>
              <a:t> </a:t>
            </a:r>
            <a:r>
              <a:rPr lang="en-US" b="1" dirty="0" err="1"/>
              <a:t>trên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tiễn</a:t>
            </a:r>
            <a:r>
              <a:rPr lang="en-US" dirty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Phạm vi chức năng còn hẹp</a:t>
            </a:r>
            <a:r>
              <a:rPr lang="vi-VN" dirty="0"/>
              <a:t>, chưa bao gồm các nghiệp vụ như đăng ký môn, học phí, bảo lưu, phúc khảo,…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18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0015-AF43-282A-1FD6-571F23259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1AC0-3978-CF6D-F377-8865D357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Hướng</a:t>
            </a:r>
            <a:r>
              <a:rPr lang="en-AU" dirty="0"/>
              <a:t> </a:t>
            </a:r>
            <a:r>
              <a:rPr lang="en-AU" dirty="0" err="1"/>
              <a:t>phát</a:t>
            </a:r>
            <a:r>
              <a:rPr lang="en-AU" dirty="0"/>
              <a:t> </a:t>
            </a:r>
            <a:r>
              <a:rPr lang="en-AU" dirty="0" err="1"/>
              <a:t>triển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C5218-1FE5-DB1A-EA99-510620D1B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Tối ưu giao diện người dùng: </a:t>
            </a:r>
            <a:r>
              <a:rPr lang="vi-VN" dirty="0"/>
              <a:t>Đơn giản hóa thao tác, giảm yêu cầu kiến thức kỹ thuật và cải thiện trải nghiệm người dùng.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Mở rộng môi trường triển khai</a:t>
            </a:r>
            <a:r>
              <a:rPr lang="vi-VN" dirty="0"/>
              <a:t> lên mạng nhiều nút hoặc testnet.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vi-VN" b="1" dirty="0"/>
              <a:t>Mở rộng nghiệp vụ</a:t>
            </a:r>
            <a:r>
              <a:rPr lang="vi-VN" dirty="0"/>
              <a:t> như đăng ký môn, học phí, phúc khảo, bảo lưu, khen thưởng</a:t>
            </a:r>
            <a:r>
              <a:rPr lang="en-US" dirty="0"/>
              <a:t>,</a:t>
            </a:r>
            <a:r>
              <a:rPr lang="vi-VN" dirty="0"/>
              <a:t> kỷ luật… để bao phủ đầy đủ vòng đời học tập.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711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28328" y="2260918"/>
            <a:ext cx="8935343" cy="1655762"/>
          </a:xfrm>
        </p:spPr>
        <p:txBody>
          <a:bodyPr/>
          <a:lstStyle/>
          <a:p>
            <a:pPr algn="ctr"/>
            <a:r>
              <a:rPr lang="en-US" dirty="0"/>
              <a:t>CÁM ƠN THẦY CÔ VÀ CÁC BẠN ĐÃ LẮNG NGHE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12245</TotalTime>
  <Words>878</Words>
  <Application>Microsoft Office PowerPoint</Application>
  <PresentationFormat>Widescreen</PresentationFormat>
  <Paragraphs>84</Paragraphs>
  <Slides>34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Readex Pro</vt:lpstr>
      <vt:lpstr>Calibri</vt:lpstr>
      <vt:lpstr>K2D</vt:lpstr>
      <vt:lpstr>Arial</vt:lpstr>
      <vt:lpstr>Wingdings</vt:lpstr>
      <vt:lpstr>Barlow</vt:lpstr>
      <vt:lpstr>Office Theme</vt:lpstr>
      <vt:lpstr>BÁO CÁO LUẬN VĂN TỐT NGHIỆP</vt:lpstr>
      <vt:lpstr>TÓM TẮT NỘI DUNG</vt:lpstr>
      <vt:lpstr>Giới thiệu tổng quan đề tài</vt:lpstr>
      <vt:lpstr>Thực trạng &amp; Vấn đề đặt ra</vt:lpstr>
      <vt:lpstr>Thực trạng &amp; Vấn đề đặt ra</vt:lpstr>
      <vt:lpstr>Giải pháp đề xuất</vt:lpstr>
      <vt:lpstr>Mục tiêu</vt:lpstr>
      <vt:lpstr>Cơ Sở Lý Thuyết</vt:lpstr>
      <vt:lpstr>Khái Niệm Về Công Nghệ Blockchain</vt:lpstr>
      <vt:lpstr>Cơ chế đồng thuận của Blockchain</vt:lpstr>
      <vt:lpstr>Ethereum</vt:lpstr>
      <vt:lpstr>Xây dựng hệ thống quản lý dữ liệu học tập và cấp phát văn bằng số</vt:lpstr>
      <vt:lpstr>Mô hình kiến trúc tổng quan hệ thống</vt:lpstr>
      <vt:lpstr>Luồng xử lý nghiệp vụ trong hệ thống quản lý dữ liệu học tập của sinh viên</vt:lpstr>
      <vt:lpstr>Cấu trúc chuỗi block lưu trữ hồ sơ học tập của một sinh viên</vt:lpstr>
      <vt:lpstr>Sơ đồ use case</vt:lpstr>
      <vt:lpstr>PowerPoint Presentation</vt:lpstr>
      <vt:lpstr>PowerPoint Presentation</vt:lpstr>
      <vt:lpstr>PowerPoint Presentation</vt:lpstr>
      <vt:lpstr>PowerPoint Presentation</vt:lpstr>
      <vt:lpstr>Giao Diện Hệ Thống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Kết quả và hướng phát triển</vt:lpstr>
      <vt:lpstr>Kết quả đạt được</vt:lpstr>
      <vt:lpstr>Đánh giá hạn chế</vt:lpstr>
      <vt:lpstr>Hướng phát triển</vt:lpstr>
      <vt:lpstr>CÁM ƠN THẦY CÔ VÀ CÁC BẠN ĐÃ LẮNG NGHE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LE HAI DANG</cp:lastModifiedBy>
  <cp:revision>403</cp:revision>
  <dcterms:created xsi:type="dcterms:W3CDTF">2022-07-01T08:15:51Z</dcterms:created>
  <dcterms:modified xsi:type="dcterms:W3CDTF">2025-12-22T13:56:56Z</dcterms:modified>
</cp:coreProperties>
</file>